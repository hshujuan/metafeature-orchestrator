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9" r:id="rId2"/>
    <p:sldId id="257" r:id="rId3"/>
    <p:sldId id="258" r:id="rId4"/>
    <p:sldId id="260" r:id="rId5"/>
    <p:sldId id="262" r:id="rId6"/>
    <p:sldId id="263" r:id="rId7"/>
    <p:sldId id="264" r:id="rId8"/>
    <p:sldId id="271" r:id="rId9"/>
    <p:sldId id="272" r:id="rId10"/>
    <p:sldId id="265" r:id="rId11"/>
    <p:sldId id="270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4E294-C42C-48C2-B0AC-4CB92F511EB4}" v="80" dt="2026-01-27T18:16:19.6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6" d="100"/>
          <a:sy n="106" d="100"/>
        </p:scale>
        <p:origin x="1764" y="31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e huang" userId="a5d43ce04888ed0d" providerId="LiveId" clId="{00FA1A45-4AAD-46DF-B7B0-174E362B8709}"/>
    <pc:docChg chg="custSel addSld delSld modSld sldOrd">
      <pc:chgData name="Jane huang" userId="a5d43ce04888ed0d" providerId="LiveId" clId="{00FA1A45-4AAD-46DF-B7B0-174E362B8709}" dt="2026-01-27T18:15:55.404" v="461" actId="1076"/>
      <pc:docMkLst>
        <pc:docMk/>
      </pc:docMkLst>
      <pc:sldChg chg="addSp delSp modSp mod">
        <pc:chgData name="Jane huang" userId="a5d43ce04888ed0d" providerId="LiveId" clId="{00FA1A45-4AAD-46DF-B7B0-174E362B8709}" dt="2026-01-26T22:55:36.523" v="22" actId="207"/>
        <pc:sldMkLst>
          <pc:docMk/>
          <pc:sldMk cId="0" sldId="263"/>
        </pc:sldMkLst>
        <pc:spChg chg="del">
          <ac:chgData name="Jane huang" userId="a5d43ce04888ed0d" providerId="LiveId" clId="{00FA1A45-4AAD-46DF-B7B0-174E362B8709}" dt="2026-01-26T22:54:40.612" v="11" actId="478"/>
          <ac:spMkLst>
            <pc:docMk/>
            <pc:sldMk cId="0" sldId="263"/>
            <ac:spMk id="11" creationId="{B0D1929F-45F1-5547-E14F-7864FAD0F6BA}"/>
          </ac:spMkLst>
        </pc:spChg>
        <pc:spChg chg="del">
          <ac:chgData name="Jane huang" userId="a5d43ce04888ed0d" providerId="LiveId" clId="{00FA1A45-4AAD-46DF-B7B0-174E362B8709}" dt="2026-01-26T22:54:39.323" v="10" actId="478"/>
          <ac:spMkLst>
            <pc:docMk/>
            <pc:sldMk cId="0" sldId="263"/>
            <ac:spMk id="13" creationId="{DA2C4205-65D6-C177-69AE-EAC91A891ABB}"/>
          </ac:spMkLst>
        </pc:spChg>
        <pc:graphicFrameChg chg="add mod modGraphic">
          <ac:chgData name="Jane huang" userId="a5d43ce04888ed0d" providerId="LiveId" clId="{00FA1A45-4AAD-46DF-B7B0-174E362B8709}" dt="2026-01-26T22:55:36.523" v="22" actId="207"/>
          <ac:graphicFrameMkLst>
            <pc:docMk/>
            <pc:sldMk cId="0" sldId="263"/>
            <ac:graphicFrameMk id="4" creationId="{93ABB4E2-DBA6-8C25-D09F-101EBC6EBAF0}"/>
          </ac:graphicFrameMkLst>
        </pc:graphicFrameChg>
        <pc:picChg chg="del">
          <ac:chgData name="Jane huang" userId="a5d43ce04888ed0d" providerId="LiveId" clId="{00FA1A45-4AAD-46DF-B7B0-174E362B8709}" dt="2026-01-26T22:54:37.453" v="9" actId="478"/>
          <ac:picMkLst>
            <pc:docMk/>
            <pc:sldMk cId="0" sldId="263"/>
            <ac:picMk id="5" creationId="{34096F84-B9D4-FBC8-D365-4F4A778C5D93}"/>
          </ac:picMkLst>
        </pc:picChg>
        <pc:picChg chg="mod">
          <ac:chgData name="Jane huang" userId="a5d43ce04888ed0d" providerId="LiveId" clId="{00FA1A45-4AAD-46DF-B7B0-174E362B8709}" dt="2026-01-26T22:55:00.011" v="16" actId="1076"/>
          <ac:picMkLst>
            <pc:docMk/>
            <pc:sldMk cId="0" sldId="263"/>
            <ac:picMk id="5128" creationId="{FC46025F-9576-8C56-85B3-668DF385D3D1}"/>
          </ac:picMkLst>
        </pc:picChg>
      </pc:sldChg>
      <pc:sldChg chg="addSp delSp modSp mod">
        <pc:chgData name="Jane huang" userId="a5d43ce04888ed0d" providerId="LiveId" clId="{00FA1A45-4AAD-46DF-B7B0-174E362B8709}" dt="2026-01-27T16:03:46.099" v="132" actId="14100"/>
        <pc:sldMkLst>
          <pc:docMk/>
          <pc:sldMk cId="0" sldId="264"/>
        </pc:sldMkLst>
        <pc:spChg chg="mod">
          <ac:chgData name="Jane huang" userId="a5d43ce04888ed0d" providerId="LiveId" clId="{00FA1A45-4AAD-46DF-B7B0-174E362B8709}" dt="2026-01-27T16:03:46.099" v="132" actId="14100"/>
          <ac:spMkLst>
            <pc:docMk/>
            <pc:sldMk cId="0" sldId="264"/>
            <ac:spMk id="2" creationId="{00000000-0000-0000-0000-000000000000}"/>
          </ac:spMkLst>
        </pc:spChg>
        <pc:spChg chg="add mod">
          <ac:chgData name="Jane huang" userId="a5d43ce04888ed0d" providerId="LiveId" clId="{00FA1A45-4AAD-46DF-B7B0-174E362B8709}" dt="2026-01-26T22:57:48.882" v="42" actId="207"/>
          <ac:spMkLst>
            <pc:docMk/>
            <pc:sldMk cId="0" sldId="264"/>
            <ac:spMk id="4" creationId="{00C90AA6-AC27-01E4-56F3-1EEA06FE4A15}"/>
          </ac:spMkLst>
        </pc:spChg>
        <pc:spChg chg="add del mod">
          <ac:chgData name="Jane huang" userId="a5d43ce04888ed0d" providerId="LiveId" clId="{00FA1A45-4AAD-46DF-B7B0-174E362B8709}" dt="2026-01-26T22:56:43.974" v="28" actId="478"/>
          <ac:spMkLst>
            <pc:docMk/>
            <pc:sldMk cId="0" sldId="264"/>
            <ac:spMk id="7" creationId="{50DBBD71-4A85-13B3-3023-6F49886F634F}"/>
          </ac:spMkLst>
        </pc:spChg>
        <pc:spChg chg="add mod">
          <ac:chgData name="Jane huang" userId="a5d43ce04888ed0d" providerId="LiveId" clId="{00FA1A45-4AAD-46DF-B7B0-174E362B8709}" dt="2026-01-26T22:59:59.261" v="87" actId="1076"/>
          <ac:spMkLst>
            <pc:docMk/>
            <pc:sldMk cId="0" sldId="264"/>
            <ac:spMk id="10" creationId="{12DA8330-425D-A477-7B9C-F10F946FDA9D}"/>
          </ac:spMkLst>
        </pc:spChg>
        <pc:spChg chg="add mod">
          <ac:chgData name="Jane huang" userId="a5d43ce04888ed0d" providerId="LiveId" clId="{00FA1A45-4AAD-46DF-B7B0-174E362B8709}" dt="2026-01-26T23:00:47.477" v="97" actId="255"/>
          <ac:spMkLst>
            <pc:docMk/>
            <pc:sldMk cId="0" sldId="264"/>
            <ac:spMk id="13" creationId="{567365C6-FE47-E51E-B6A9-8997BB3248E2}"/>
          </ac:spMkLst>
        </pc:spChg>
        <pc:graphicFrameChg chg="mod">
          <ac:chgData name="Jane huang" userId="a5d43ce04888ed0d" providerId="LiveId" clId="{00FA1A45-4AAD-46DF-B7B0-174E362B8709}" dt="2026-01-26T22:53:53.432" v="8" actId="1076"/>
          <ac:graphicFrameMkLst>
            <pc:docMk/>
            <pc:sldMk cId="0" sldId="264"/>
            <ac:graphicFrameMk id="5" creationId="{9575C9A9-D256-E7B4-DB10-087F03604B94}"/>
          </ac:graphicFrameMkLst>
        </pc:graphicFrameChg>
        <pc:graphicFrameChg chg="add del mod">
          <ac:chgData name="Jane huang" userId="a5d43ce04888ed0d" providerId="LiveId" clId="{00FA1A45-4AAD-46DF-B7B0-174E362B8709}" dt="2026-01-26T22:56:43.974" v="28" actId="478"/>
          <ac:graphicFrameMkLst>
            <pc:docMk/>
            <pc:sldMk cId="0" sldId="264"/>
            <ac:graphicFrameMk id="6" creationId="{0C3BE62C-FDAE-CD44-15D9-270BBE4B8D13}"/>
          </ac:graphicFrameMkLst>
        </pc:graphicFrameChg>
        <pc:graphicFrameChg chg="add mod modGraphic">
          <ac:chgData name="Jane huang" userId="a5d43ce04888ed0d" providerId="LiveId" clId="{00FA1A45-4AAD-46DF-B7B0-174E362B8709}" dt="2026-01-26T23:00:01.431" v="88" actId="1076"/>
          <ac:graphicFrameMkLst>
            <pc:docMk/>
            <pc:sldMk cId="0" sldId="264"/>
            <ac:graphicFrameMk id="8" creationId="{A246253C-0C83-E190-EA64-9A3B3DE04DBD}"/>
          </ac:graphicFrameMkLst>
        </pc:graphicFrameChg>
        <pc:graphicFrameChg chg="add mod modGraphic">
          <ac:chgData name="Jane huang" userId="a5d43ce04888ed0d" providerId="LiveId" clId="{00FA1A45-4AAD-46DF-B7B0-174E362B8709}" dt="2026-01-26T23:01:14.218" v="106" actId="1076"/>
          <ac:graphicFrameMkLst>
            <pc:docMk/>
            <pc:sldMk cId="0" sldId="264"/>
            <ac:graphicFrameMk id="11" creationId="{F2C84B82-8810-026F-B331-94D256199AEF}"/>
          </ac:graphicFrameMkLst>
        </pc:graphicFrameChg>
        <pc:picChg chg="add mod">
          <ac:chgData name="Jane huang" userId="a5d43ce04888ed0d" providerId="LiveId" clId="{00FA1A45-4AAD-46DF-B7B0-174E362B8709}" dt="2026-01-26T23:03:06.564" v="109" actId="1076"/>
          <ac:picMkLst>
            <pc:docMk/>
            <pc:sldMk cId="0" sldId="264"/>
            <ac:picMk id="2051" creationId="{D156EF94-6EDA-CBD4-1B4C-5A871329F064}"/>
          </ac:picMkLst>
        </pc:picChg>
        <pc:picChg chg="add mod">
          <ac:chgData name="Jane huang" userId="a5d43ce04888ed0d" providerId="LiveId" clId="{00FA1A45-4AAD-46DF-B7B0-174E362B8709}" dt="2026-01-26T23:03:44.663" v="113" actId="1076"/>
          <ac:picMkLst>
            <pc:docMk/>
            <pc:sldMk cId="0" sldId="264"/>
            <ac:picMk id="2053" creationId="{5F1255C6-B666-07EA-67DF-A2D27047F974}"/>
          </ac:picMkLst>
        </pc:picChg>
      </pc:sldChg>
      <pc:sldChg chg="modSp del mod">
        <pc:chgData name="Jane huang" userId="a5d43ce04888ed0d" providerId="LiveId" clId="{00FA1A45-4AAD-46DF-B7B0-174E362B8709}" dt="2026-01-27T18:03:49.813" v="414" actId="47"/>
        <pc:sldMkLst>
          <pc:docMk/>
          <pc:sldMk cId="0" sldId="266"/>
        </pc:sldMkLst>
        <pc:graphicFrameChg chg="mod">
          <ac:chgData name="Jane huang" userId="a5d43ce04888ed0d" providerId="LiveId" clId="{00FA1A45-4AAD-46DF-B7B0-174E362B8709}" dt="2026-01-26T23:07:15.486" v="114" actId="14100"/>
          <ac:graphicFrameMkLst>
            <pc:docMk/>
            <pc:sldMk cId="0" sldId="266"/>
            <ac:graphicFrameMk id="5" creationId="{266AB5E4-1A27-1806-E92C-AC34584BE76D}"/>
          </ac:graphicFrameMkLst>
        </pc:graphicFrameChg>
      </pc:sldChg>
      <pc:sldChg chg="addSp delSp modSp add mod ord">
        <pc:chgData name="Jane huang" userId="a5d43ce04888ed0d" providerId="LiveId" clId="{00FA1A45-4AAD-46DF-B7B0-174E362B8709}" dt="2026-01-27T18:13:02.913" v="460" actId="1076"/>
        <pc:sldMkLst>
          <pc:docMk/>
          <pc:sldMk cId="964164468" sldId="271"/>
        </pc:sldMkLst>
        <pc:spChg chg="mod">
          <ac:chgData name="Jane huang" userId="a5d43ce04888ed0d" providerId="LiveId" clId="{00FA1A45-4AAD-46DF-B7B0-174E362B8709}" dt="2026-01-27T17:58:09.368" v="283" actId="1076"/>
          <ac:spMkLst>
            <pc:docMk/>
            <pc:sldMk cId="964164468" sldId="271"/>
            <ac:spMk id="2" creationId="{09EC6704-DBB4-BF78-6CDB-529550DDE49C}"/>
          </ac:spMkLst>
        </pc:spChg>
        <pc:spChg chg="del">
          <ac:chgData name="Jane huang" userId="a5d43ce04888ed0d" providerId="LiveId" clId="{00FA1A45-4AAD-46DF-B7B0-174E362B8709}" dt="2026-01-27T16:04:09.527" v="141" actId="478"/>
          <ac:spMkLst>
            <pc:docMk/>
            <pc:sldMk cId="964164468" sldId="271"/>
            <ac:spMk id="4" creationId="{BB081B67-9389-E97E-6B06-03D20C0F977E}"/>
          </ac:spMkLst>
        </pc:spChg>
        <pc:spChg chg="add mod">
          <ac:chgData name="Jane huang" userId="a5d43ce04888ed0d" providerId="LiveId" clId="{00FA1A45-4AAD-46DF-B7B0-174E362B8709}" dt="2026-01-27T17:58:17.591" v="285" actId="108"/>
          <ac:spMkLst>
            <pc:docMk/>
            <pc:sldMk cId="964164468" sldId="271"/>
            <ac:spMk id="6" creationId="{98A3D5B4-AEA9-CBFE-024D-04B6441F14AD}"/>
          </ac:spMkLst>
        </pc:spChg>
        <pc:spChg chg="add del mod">
          <ac:chgData name="Jane huang" userId="a5d43ce04888ed0d" providerId="LiveId" clId="{00FA1A45-4AAD-46DF-B7B0-174E362B8709}" dt="2026-01-27T18:04:38.709" v="428" actId="478"/>
          <ac:spMkLst>
            <pc:docMk/>
            <pc:sldMk cId="964164468" sldId="271"/>
            <ac:spMk id="9" creationId="{D27B8E9E-DA87-AB9C-61F9-8D3840816952}"/>
          </ac:spMkLst>
        </pc:spChg>
        <pc:spChg chg="del">
          <ac:chgData name="Jane huang" userId="a5d43ce04888ed0d" providerId="LiveId" clId="{00FA1A45-4AAD-46DF-B7B0-174E362B8709}" dt="2026-01-27T16:04:08.076" v="140" actId="478"/>
          <ac:spMkLst>
            <pc:docMk/>
            <pc:sldMk cId="964164468" sldId="271"/>
            <ac:spMk id="10" creationId="{6666EBC4-CE17-AF16-FC10-53557C9D5541}"/>
          </ac:spMkLst>
        </pc:spChg>
        <pc:spChg chg="add del mod">
          <ac:chgData name="Jane huang" userId="a5d43ce04888ed0d" providerId="LiveId" clId="{00FA1A45-4AAD-46DF-B7B0-174E362B8709}" dt="2026-01-27T18:03:24.251" v="409"/>
          <ac:spMkLst>
            <pc:docMk/>
            <pc:sldMk cId="964164468" sldId="271"/>
            <ac:spMk id="12" creationId="{9922F912-09A0-C325-C376-2837F7C7A7AB}"/>
          </ac:spMkLst>
        </pc:spChg>
        <pc:spChg chg="del">
          <ac:chgData name="Jane huang" userId="a5d43ce04888ed0d" providerId="LiveId" clId="{00FA1A45-4AAD-46DF-B7B0-174E362B8709}" dt="2026-01-27T16:04:12.047" v="143" actId="478"/>
          <ac:spMkLst>
            <pc:docMk/>
            <pc:sldMk cId="964164468" sldId="271"/>
            <ac:spMk id="13" creationId="{7AB700EE-0555-AA41-8CD5-2B46700C94A9}"/>
          </ac:spMkLst>
        </pc:spChg>
        <pc:graphicFrameChg chg="del">
          <ac:chgData name="Jane huang" userId="a5d43ce04888ed0d" providerId="LiveId" clId="{00FA1A45-4AAD-46DF-B7B0-174E362B8709}" dt="2026-01-27T16:07:59.947" v="147" actId="478"/>
          <ac:graphicFrameMkLst>
            <pc:docMk/>
            <pc:sldMk cId="964164468" sldId="271"/>
            <ac:graphicFrameMk id="5" creationId="{59B33D49-54AB-DF33-12CE-6132CADB0903}"/>
          </ac:graphicFrameMkLst>
        </pc:graphicFrameChg>
        <pc:graphicFrameChg chg="add mod modGraphic">
          <ac:chgData name="Jane huang" userId="a5d43ce04888ed0d" providerId="LiveId" clId="{00FA1A45-4AAD-46DF-B7B0-174E362B8709}" dt="2026-01-27T18:13:02.913" v="460" actId="1076"/>
          <ac:graphicFrameMkLst>
            <pc:docMk/>
            <pc:sldMk cId="964164468" sldId="271"/>
            <ac:graphicFrameMk id="7" creationId="{5B436B94-757E-3C53-D730-EAB74527F33F}"/>
          </ac:graphicFrameMkLst>
        </pc:graphicFrameChg>
        <pc:graphicFrameChg chg="del">
          <ac:chgData name="Jane huang" userId="a5d43ce04888ed0d" providerId="LiveId" clId="{00FA1A45-4AAD-46DF-B7B0-174E362B8709}" dt="2026-01-27T16:04:10.745" v="142" actId="478"/>
          <ac:graphicFrameMkLst>
            <pc:docMk/>
            <pc:sldMk cId="964164468" sldId="271"/>
            <ac:graphicFrameMk id="8" creationId="{0389F244-137E-D3CD-716C-6BB96BD9561A}"/>
          </ac:graphicFrameMkLst>
        </pc:graphicFrameChg>
        <pc:graphicFrameChg chg="del">
          <ac:chgData name="Jane huang" userId="a5d43ce04888ed0d" providerId="LiveId" clId="{00FA1A45-4AAD-46DF-B7B0-174E362B8709}" dt="2026-01-27T16:04:13.429" v="144" actId="478"/>
          <ac:graphicFrameMkLst>
            <pc:docMk/>
            <pc:sldMk cId="964164468" sldId="271"/>
            <ac:graphicFrameMk id="11" creationId="{70F9F2FC-D6D3-072D-1C30-63BF71636A25}"/>
          </ac:graphicFrameMkLst>
        </pc:graphicFrameChg>
        <pc:graphicFrameChg chg="add mod modGraphic">
          <ac:chgData name="Jane huang" userId="a5d43ce04888ed0d" providerId="LiveId" clId="{00FA1A45-4AAD-46DF-B7B0-174E362B8709}" dt="2026-01-27T18:12:52.428" v="456"/>
          <ac:graphicFrameMkLst>
            <pc:docMk/>
            <pc:sldMk cId="964164468" sldId="271"/>
            <ac:graphicFrameMk id="14" creationId="{D81C63D8-4ABC-0DFD-5DAC-63FDB42F135E}"/>
          </ac:graphicFrameMkLst>
        </pc:graphicFrameChg>
        <pc:picChg chg="add mod">
          <ac:chgData name="Jane huang" userId="a5d43ce04888ed0d" providerId="LiveId" clId="{00FA1A45-4AAD-46DF-B7B0-174E362B8709}" dt="2026-01-27T18:09:28.036" v="440" actId="1076"/>
          <ac:picMkLst>
            <pc:docMk/>
            <pc:sldMk cId="964164468" sldId="271"/>
            <ac:picMk id="16" creationId="{ADD58447-CF7F-11DC-5AB5-EFDE7386BD9C}"/>
          </ac:picMkLst>
        </pc:picChg>
        <pc:picChg chg="del">
          <ac:chgData name="Jane huang" userId="a5d43ce04888ed0d" providerId="LiveId" clId="{00FA1A45-4AAD-46DF-B7B0-174E362B8709}" dt="2026-01-27T16:04:14.054" v="145" actId="478"/>
          <ac:picMkLst>
            <pc:docMk/>
            <pc:sldMk cId="964164468" sldId="271"/>
            <ac:picMk id="2051" creationId="{7E395F42-D514-F279-88A8-971AC6D02036}"/>
          </ac:picMkLst>
        </pc:picChg>
        <pc:picChg chg="del">
          <ac:chgData name="Jane huang" userId="a5d43ce04888ed0d" providerId="LiveId" clId="{00FA1A45-4AAD-46DF-B7B0-174E362B8709}" dt="2026-01-27T16:04:14.947" v="146" actId="478"/>
          <ac:picMkLst>
            <pc:docMk/>
            <pc:sldMk cId="964164468" sldId="271"/>
            <ac:picMk id="2053" creationId="{563A8827-8BA1-F8B6-A19C-24DCB39D4482}"/>
          </ac:picMkLst>
        </pc:picChg>
        <pc:picChg chg="add mod">
          <ac:chgData name="Jane huang" userId="a5d43ce04888ed0d" providerId="LiveId" clId="{00FA1A45-4AAD-46DF-B7B0-174E362B8709}" dt="2026-01-27T18:12:58.535" v="459" actId="1076"/>
          <ac:picMkLst>
            <pc:docMk/>
            <pc:sldMk cId="964164468" sldId="271"/>
            <ac:picMk id="4099" creationId="{056FFAEA-04B4-229F-76F9-02F24E02DA67}"/>
          </ac:picMkLst>
        </pc:picChg>
      </pc:sldChg>
      <pc:sldChg chg="addSp delSp modSp new mod">
        <pc:chgData name="Jane huang" userId="a5d43ce04888ed0d" providerId="LiveId" clId="{00FA1A45-4AAD-46DF-B7B0-174E362B8709}" dt="2026-01-27T18:15:55.404" v="461" actId="1076"/>
        <pc:sldMkLst>
          <pc:docMk/>
          <pc:sldMk cId="3944104745" sldId="272"/>
        </pc:sldMkLst>
        <pc:spChg chg="mod">
          <ac:chgData name="Jane huang" userId="a5d43ce04888ed0d" providerId="LiveId" clId="{00FA1A45-4AAD-46DF-B7B0-174E362B8709}" dt="2026-01-27T17:42:25.168" v="234" actId="255"/>
          <ac:spMkLst>
            <pc:docMk/>
            <pc:sldMk cId="3944104745" sldId="272"/>
            <ac:spMk id="2" creationId="{FEE0CB9C-A64E-BF2F-4A64-53D385A0BA5A}"/>
          </ac:spMkLst>
        </pc:spChg>
        <pc:spChg chg="del">
          <ac:chgData name="Jane huang" userId="a5d43ce04888ed0d" providerId="LiveId" clId="{00FA1A45-4AAD-46DF-B7B0-174E362B8709}" dt="2026-01-27T17:40:07.378" v="150" actId="478"/>
          <ac:spMkLst>
            <pc:docMk/>
            <pc:sldMk cId="3944104745" sldId="272"/>
            <ac:spMk id="3" creationId="{CCE72B1D-3E39-8132-1020-F0B2F181EB9A}"/>
          </ac:spMkLst>
        </pc:spChg>
        <pc:spChg chg="add mod">
          <ac:chgData name="Jane huang" userId="a5d43ce04888ed0d" providerId="LiveId" clId="{00FA1A45-4AAD-46DF-B7B0-174E362B8709}" dt="2026-01-27T18:15:55.404" v="461" actId="1076"/>
          <ac:spMkLst>
            <pc:docMk/>
            <pc:sldMk cId="3944104745" sldId="272"/>
            <ac:spMk id="5" creationId="{DE328666-80D2-BE1A-166D-D2515698AFA6}"/>
          </ac:spMkLst>
        </pc:spChg>
        <pc:spChg chg="add mod">
          <ac:chgData name="Jane huang" userId="a5d43ce04888ed0d" providerId="LiveId" clId="{00FA1A45-4AAD-46DF-B7B0-174E362B8709}" dt="2026-01-27T17:48:32.300" v="271" actId="1076"/>
          <ac:spMkLst>
            <pc:docMk/>
            <pc:sldMk cId="3944104745" sldId="272"/>
            <ac:spMk id="6" creationId="{E533E546-61D7-9716-E661-7D9398787D67}"/>
          </ac:spMkLst>
        </pc:spChg>
        <pc:graphicFrameChg chg="add mod modGraphic">
          <ac:chgData name="Jane huang" userId="a5d43ce04888ed0d" providerId="LiveId" clId="{00FA1A45-4AAD-46DF-B7B0-174E362B8709}" dt="2026-01-27T17:45:28.095" v="253" actId="2165"/>
          <ac:graphicFrameMkLst>
            <pc:docMk/>
            <pc:sldMk cId="3944104745" sldId="272"/>
            <ac:graphicFrameMk id="4" creationId="{A8A8B17E-02CF-E75C-2F9A-B564028E970A}"/>
          </ac:graphicFrameMkLst>
        </pc:graphicFrameChg>
      </pc:sldChg>
    </pc:docChg>
  </pc:docChgLst>
</pc:chgInfo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image" Target="../media/image25.jp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image" Target="../media/image25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2AC2FF1-6E53-4692-8FE6-FF89DC5873B6}" type="doc">
      <dgm:prSet loTypeId="urn:microsoft.com/office/officeart/2005/8/layout/default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09D1BF6-B544-4C11-86B0-A049BD84A6BF}">
      <dgm:prSet phldrT="[Text]"/>
      <dgm:spPr/>
      <dgm:t>
        <a:bodyPr/>
        <a:lstStyle/>
        <a:p>
          <a:r>
            <a:rPr lang="en-US" dirty="0"/>
            <a:t>Manual, feature-specific evaluation cannot scale to Apple’s global, fast-moving AI ecosystem.</a:t>
          </a:r>
        </a:p>
      </dgm:t>
    </dgm:pt>
    <dgm:pt modelId="{38F9A940-1549-4481-9735-C333D957E27E}" type="parTrans" cxnId="{D584F885-A49E-49FC-AC1E-B39304885948}">
      <dgm:prSet/>
      <dgm:spPr/>
      <dgm:t>
        <a:bodyPr/>
        <a:lstStyle/>
        <a:p>
          <a:endParaRPr lang="en-US"/>
        </a:p>
      </dgm:t>
    </dgm:pt>
    <dgm:pt modelId="{BF044868-0A25-462D-B372-BB5923EB7CAD}" type="sibTrans" cxnId="{D584F885-A49E-49FC-AC1E-B39304885948}">
      <dgm:prSet/>
      <dgm:spPr/>
      <dgm:t>
        <a:bodyPr/>
        <a:lstStyle/>
        <a:p>
          <a:endParaRPr lang="en-US"/>
        </a:p>
      </dgm:t>
    </dgm:pt>
    <dgm:pt modelId="{294D56D3-CB30-4AF5-B498-CC1499C32834}">
      <dgm:prSet/>
      <dgm:spPr/>
      <dgm:t>
        <a:bodyPr/>
        <a:lstStyle/>
        <a:p>
          <a:r>
            <a:rPr lang="en-US"/>
            <a:t>At this scale, evaluation must be treated as core platform infrastructure rather than downstream QA.</a:t>
          </a:r>
          <a:endParaRPr lang="en-US" dirty="0"/>
        </a:p>
      </dgm:t>
    </dgm:pt>
    <dgm:pt modelId="{ED5F31BE-743F-44D9-AD88-DDEA014A1325}" type="parTrans" cxnId="{2D25C510-6246-406E-87B5-E318DDBD09E7}">
      <dgm:prSet/>
      <dgm:spPr/>
      <dgm:t>
        <a:bodyPr/>
        <a:lstStyle/>
        <a:p>
          <a:endParaRPr lang="en-US"/>
        </a:p>
      </dgm:t>
    </dgm:pt>
    <dgm:pt modelId="{60912F24-E121-4C21-8F4B-9EF25109E7A5}" type="sibTrans" cxnId="{2D25C510-6246-406E-87B5-E318DDBD09E7}">
      <dgm:prSet/>
      <dgm:spPr/>
      <dgm:t>
        <a:bodyPr/>
        <a:lstStyle/>
        <a:p>
          <a:endParaRPr lang="en-US"/>
        </a:p>
      </dgm:t>
    </dgm:pt>
    <dgm:pt modelId="{F6D1340C-754A-486E-9867-377B1D10849B}">
      <dgm:prSet/>
      <dgm:spPr/>
      <dgm:t>
        <a:bodyPr/>
        <a:lstStyle/>
        <a:p>
          <a:r>
            <a:rPr lang="en-US"/>
            <a:t>LLM-as-judge improves throughput but fails without prompt governance, leading to drift and inconsistency.</a:t>
          </a:r>
          <a:endParaRPr lang="en-US" dirty="0"/>
        </a:p>
      </dgm:t>
    </dgm:pt>
    <dgm:pt modelId="{4F9558BE-C786-4886-8AFF-43C0394F79CB}" type="parTrans" cxnId="{C9AE93B6-4A8B-4268-9EAB-7E88EA5E2DB0}">
      <dgm:prSet/>
      <dgm:spPr/>
      <dgm:t>
        <a:bodyPr/>
        <a:lstStyle/>
        <a:p>
          <a:endParaRPr lang="en-US"/>
        </a:p>
      </dgm:t>
    </dgm:pt>
    <dgm:pt modelId="{4C96612D-7C40-4848-8E90-B52773B44D29}" type="sibTrans" cxnId="{C9AE93B6-4A8B-4268-9EAB-7E88EA5E2DB0}">
      <dgm:prSet/>
      <dgm:spPr/>
      <dgm:t>
        <a:bodyPr/>
        <a:lstStyle/>
        <a:p>
          <a:endParaRPr lang="en-US"/>
        </a:p>
      </dgm:t>
    </dgm:pt>
    <dgm:pt modelId="{31B52D11-516E-44E6-ABAB-3D5205BD37F1}">
      <dgm:prSet/>
      <dgm:spPr/>
      <dgm:t>
        <a:bodyPr/>
        <a:lstStyle/>
        <a:p>
          <a:r>
            <a:rPr lang="en-US"/>
            <a:t>The true bottleneck is the absence of a governed evaluation layer, not a lack of evaluators.</a:t>
          </a:r>
          <a:endParaRPr lang="en-US" dirty="0"/>
        </a:p>
      </dgm:t>
    </dgm:pt>
    <dgm:pt modelId="{E1426C9D-2CF3-43BB-8D9F-04F76EEE38AD}" type="parTrans" cxnId="{3EC4B7D0-20C8-4D6A-AC94-AAFE7FFFA8F0}">
      <dgm:prSet/>
      <dgm:spPr/>
      <dgm:t>
        <a:bodyPr/>
        <a:lstStyle/>
        <a:p>
          <a:endParaRPr lang="en-US"/>
        </a:p>
      </dgm:t>
    </dgm:pt>
    <dgm:pt modelId="{F496720E-D05E-4ABB-A7C4-5AD846AB182E}" type="sibTrans" cxnId="{3EC4B7D0-20C8-4D6A-AC94-AAFE7FFFA8F0}">
      <dgm:prSet/>
      <dgm:spPr/>
      <dgm:t>
        <a:bodyPr/>
        <a:lstStyle/>
        <a:p>
          <a:endParaRPr lang="en-US"/>
        </a:p>
      </dgm:t>
    </dgm:pt>
    <dgm:pt modelId="{8F96A8DA-2E7C-4B46-AA7A-220128D8E85A}" type="pres">
      <dgm:prSet presAssocID="{02AC2FF1-6E53-4692-8FE6-FF89DC5873B6}" presName="diagram" presStyleCnt="0">
        <dgm:presLayoutVars>
          <dgm:dir/>
          <dgm:resizeHandles val="exact"/>
        </dgm:presLayoutVars>
      </dgm:prSet>
      <dgm:spPr/>
    </dgm:pt>
    <dgm:pt modelId="{0D3F35B9-F2B1-46A5-89A9-41C86D5F5B35}" type="pres">
      <dgm:prSet presAssocID="{A09D1BF6-B544-4C11-86B0-A049BD84A6BF}" presName="node" presStyleLbl="node1" presStyleIdx="0" presStyleCnt="4">
        <dgm:presLayoutVars>
          <dgm:bulletEnabled val="1"/>
        </dgm:presLayoutVars>
      </dgm:prSet>
      <dgm:spPr/>
    </dgm:pt>
    <dgm:pt modelId="{03F18E25-AAAD-41CF-9034-B343BA64AA2C}" type="pres">
      <dgm:prSet presAssocID="{BF044868-0A25-462D-B372-BB5923EB7CAD}" presName="sibTrans" presStyleCnt="0"/>
      <dgm:spPr/>
    </dgm:pt>
    <dgm:pt modelId="{371D07FF-856E-473A-AC76-E98DB7234D10}" type="pres">
      <dgm:prSet presAssocID="{294D56D3-CB30-4AF5-B498-CC1499C32834}" presName="node" presStyleLbl="node1" presStyleIdx="1" presStyleCnt="4">
        <dgm:presLayoutVars>
          <dgm:bulletEnabled val="1"/>
        </dgm:presLayoutVars>
      </dgm:prSet>
      <dgm:spPr/>
    </dgm:pt>
    <dgm:pt modelId="{F9B1883D-F428-4779-AB88-2555BF57BA3E}" type="pres">
      <dgm:prSet presAssocID="{60912F24-E121-4C21-8F4B-9EF25109E7A5}" presName="sibTrans" presStyleCnt="0"/>
      <dgm:spPr/>
    </dgm:pt>
    <dgm:pt modelId="{FB2AC923-2FC5-417A-9DC5-FC64DB91B475}" type="pres">
      <dgm:prSet presAssocID="{F6D1340C-754A-486E-9867-377B1D10849B}" presName="node" presStyleLbl="node1" presStyleIdx="2" presStyleCnt="4">
        <dgm:presLayoutVars>
          <dgm:bulletEnabled val="1"/>
        </dgm:presLayoutVars>
      </dgm:prSet>
      <dgm:spPr/>
    </dgm:pt>
    <dgm:pt modelId="{33E16D89-83DA-4290-8D99-6E82C33ECCF2}" type="pres">
      <dgm:prSet presAssocID="{4C96612D-7C40-4848-8E90-B52773B44D29}" presName="sibTrans" presStyleCnt="0"/>
      <dgm:spPr/>
    </dgm:pt>
    <dgm:pt modelId="{9A7B96CE-5B44-49B3-93B3-1940E4FF6EF3}" type="pres">
      <dgm:prSet presAssocID="{31B52D11-516E-44E6-ABAB-3D5205BD37F1}" presName="node" presStyleLbl="node1" presStyleIdx="3" presStyleCnt="4">
        <dgm:presLayoutVars>
          <dgm:bulletEnabled val="1"/>
        </dgm:presLayoutVars>
      </dgm:prSet>
      <dgm:spPr/>
    </dgm:pt>
  </dgm:ptLst>
  <dgm:cxnLst>
    <dgm:cxn modelId="{2D25C510-6246-406E-87B5-E318DDBD09E7}" srcId="{02AC2FF1-6E53-4692-8FE6-FF89DC5873B6}" destId="{294D56D3-CB30-4AF5-B498-CC1499C32834}" srcOrd="1" destOrd="0" parTransId="{ED5F31BE-743F-44D9-AD88-DDEA014A1325}" sibTransId="{60912F24-E121-4C21-8F4B-9EF25109E7A5}"/>
    <dgm:cxn modelId="{239AA268-3AD3-42B6-8568-ED9B3878BE7A}" type="presOf" srcId="{F6D1340C-754A-486E-9867-377B1D10849B}" destId="{FB2AC923-2FC5-417A-9DC5-FC64DB91B475}" srcOrd="0" destOrd="0" presId="urn:microsoft.com/office/officeart/2005/8/layout/default"/>
    <dgm:cxn modelId="{4A09714E-9072-48EE-B3F3-7D0D17BF870F}" type="presOf" srcId="{A09D1BF6-B544-4C11-86B0-A049BD84A6BF}" destId="{0D3F35B9-F2B1-46A5-89A9-41C86D5F5B35}" srcOrd="0" destOrd="0" presId="urn:microsoft.com/office/officeart/2005/8/layout/default"/>
    <dgm:cxn modelId="{817A1658-12D0-43F9-9824-10DDCAA52621}" type="presOf" srcId="{294D56D3-CB30-4AF5-B498-CC1499C32834}" destId="{371D07FF-856E-473A-AC76-E98DB7234D10}" srcOrd="0" destOrd="0" presId="urn:microsoft.com/office/officeart/2005/8/layout/default"/>
    <dgm:cxn modelId="{D584F885-A49E-49FC-AC1E-B39304885948}" srcId="{02AC2FF1-6E53-4692-8FE6-FF89DC5873B6}" destId="{A09D1BF6-B544-4C11-86B0-A049BD84A6BF}" srcOrd="0" destOrd="0" parTransId="{38F9A940-1549-4481-9735-C333D957E27E}" sibTransId="{BF044868-0A25-462D-B372-BB5923EB7CAD}"/>
    <dgm:cxn modelId="{D04FCCA6-6076-4A7D-AAFE-6147F3BB36EE}" type="presOf" srcId="{02AC2FF1-6E53-4692-8FE6-FF89DC5873B6}" destId="{8F96A8DA-2E7C-4B46-AA7A-220128D8E85A}" srcOrd="0" destOrd="0" presId="urn:microsoft.com/office/officeart/2005/8/layout/default"/>
    <dgm:cxn modelId="{ED08D6A9-6A99-42BD-9D42-E40733E85A46}" type="presOf" srcId="{31B52D11-516E-44E6-ABAB-3D5205BD37F1}" destId="{9A7B96CE-5B44-49B3-93B3-1940E4FF6EF3}" srcOrd="0" destOrd="0" presId="urn:microsoft.com/office/officeart/2005/8/layout/default"/>
    <dgm:cxn modelId="{C9AE93B6-4A8B-4268-9EAB-7E88EA5E2DB0}" srcId="{02AC2FF1-6E53-4692-8FE6-FF89DC5873B6}" destId="{F6D1340C-754A-486E-9867-377B1D10849B}" srcOrd="2" destOrd="0" parTransId="{4F9558BE-C786-4886-8AFF-43C0394F79CB}" sibTransId="{4C96612D-7C40-4848-8E90-B52773B44D29}"/>
    <dgm:cxn modelId="{3EC4B7D0-20C8-4D6A-AC94-AAFE7FFFA8F0}" srcId="{02AC2FF1-6E53-4692-8FE6-FF89DC5873B6}" destId="{31B52D11-516E-44E6-ABAB-3D5205BD37F1}" srcOrd="3" destOrd="0" parTransId="{E1426C9D-2CF3-43BB-8D9F-04F76EEE38AD}" sibTransId="{F496720E-D05E-4ABB-A7C4-5AD846AB182E}"/>
    <dgm:cxn modelId="{A511291D-F46E-4D34-A0F6-7C239158DDBF}" type="presParOf" srcId="{8F96A8DA-2E7C-4B46-AA7A-220128D8E85A}" destId="{0D3F35B9-F2B1-46A5-89A9-41C86D5F5B35}" srcOrd="0" destOrd="0" presId="urn:microsoft.com/office/officeart/2005/8/layout/default"/>
    <dgm:cxn modelId="{A71D4C74-9B73-4F26-B505-289647AE10F4}" type="presParOf" srcId="{8F96A8DA-2E7C-4B46-AA7A-220128D8E85A}" destId="{03F18E25-AAAD-41CF-9034-B343BA64AA2C}" srcOrd="1" destOrd="0" presId="urn:microsoft.com/office/officeart/2005/8/layout/default"/>
    <dgm:cxn modelId="{B004A4D8-CE82-4E01-8D30-6588DB88C517}" type="presParOf" srcId="{8F96A8DA-2E7C-4B46-AA7A-220128D8E85A}" destId="{371D07FF-856E-473A-AC76-E98DB7234D10}" srcOrd="2" destOrd="0" presId="urn:microsoft.com/office/officeart/2005/8/layout/default"/>
    <dgm:cxn modelId="{564B8DB0-9498-48D6-A20A-DB9E71F14D5F}" type="presParOf" srcId="{8F96A8DA-2E7C-4B46-AA7A-220128D8E85A}" destId="{F9B1883D-F428-4779-AB88-2555BF57BA3E}" srcOrd="3" destOrd="0" presId="urn:microsoft.com/office/officeart/2005/8/layout/default"/>
    <dgm:cxn modelId="{B79B9F29-B95A-49B6-9530-77B4FA2367A9}" type="presParOf" srcId="{8F96A8DA-2E7C-4B46-AA7A-220128D8E85A}" destId="{FB2AC923-2FC5-417A-9DC5-FC64DB91B475}" srcOrd="4" destOrd="0" presId="urn:microsoft.com/office/officeart/2005/8/layout/default"/>
    <dgm:cxn modelId="{D020871B-93B4-4C15-A60F-3A6A53F5D594}" type="presParOf" srcId="{8F96A8DA-2E7C-4B46-AA7A-220128D8E85A}" destId="{33E16D89-83DA-4290-8D99-6E82C33ECCF2}" srcOrd="5" destOrd="0" presId="urn:microsoft.com/office/officeart/2005/8/layout/default"/>
    <dgm:cxn modelId="{71C6840C-0A2B-42A4-8CF6-95CD30FF69F4}" type="presParOf" srcId="{8F96A8DA-2E7C-4B46-AA7A-220128D8E85A}" destId="{9A7B96CE-5B44-49B3-93B3-1940E4FF6EF3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7D17C7-90B0-43BA-8A48-AE3FE08605CB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999F8804-6069-45FB-9962-7D1F1381BBFB}">
      <dgm:prSet/>
      <dgm:spPr/>
      <dgm:t>
        <a:bodyPr/>
        <a:lstStyle/>
        <a:p>
          <a:r>
            <a:rPr lang="en-US"/>
            <a:t>Quality is task- and risk-specific, requiring taxonomy-driven evaluation.</a:t>
          </a:r>
        </a:p>
      </dgm:t>
    </dgm:pt>
    <dgm:pt modelId="{49BEBD81-97D9-4C00-B22B-BFC74F174C80}" type="parTrans" cxnId="{7ED3AE60-03D6-49D3-B4E1-D0C543929C8A}">
      <dgm:prSet/>
      <dgm:spPr/>
      <dgm:t>
        <a:bodyPr/>
        <a:lstStyle/>
        <a:p>
          <a:endParaRPr lang="en-US"/>
        </a:p>
      </dgm:t>
    </dgm:pt>
    <dgm:pt modelId="{2DE7D38B-3EED-46FD-B5C8-B45E6171962E}" type="sibTrans" cxnId="{7ED3AE60-03D6-49D3-B4E1-D0C543929C8A}">
      <dgm:prSet/>
      <dgm:spPr/>
      <dgm:t>
        <a:bodyPr/>
        <a:lstStyle/>
        <a:p>
          <a:endParaRPr lang="en-US"/>
        </a:p>
      </dgm:t>
    </dgm:pt>
    <dgm:pt modelId="{0A7B6EFA-BD3B-49A7-A610-C7E72A711C15}">
      <dgm:prSet/>
      <dgm:spPr/>
      <dgm:t>
        <a:bodyPr/>
        <a:lstStyle/>
        <a:p>
          <a:r>
            <a:rPr lang="en-US"/>
            <a:t>Taxonomy governs valid metrics, risks, and evaluation semantics.</a:t>
          </a:r>
        </a:p>
      </dgm:t>
    </dgm:pt>
    <dgm:pt modelId="{3BAA39DE-4B4A-4B9F-BEB2-6B9369AEB4F7}" type="parTrans" cxnId="{317F631F-F125-4544-8F1A-793B56119484}">
      <dgm:prSet/>
      <dgm:spPr/>
      <dgm:t>
        <a:bodyPr/>
        <a:lstStyle/>
        <a:p>
          <a:endParaRPr lang="en-US"/>
        </a:p>
      </dgm:t>
    </dgm:pt>
    <dgm:pt modelId="{8D7151A7-B2EB-4585-AECD-82B938875150}" type="sibTrans" cxnId="{317F631F-F125-4544-8F1A-793B56119484}">
      <dgm:prSet/>
      <dgm:spPr/>
      <dgm:t>
        <a:bodyPr/>
        <a:lstStyle/>
        <a:p>
          <a:endParaRPr lang="en-US"/>
        </a:p>
      </dgm:t>
    </dgm:pt>
    <dgm:pt modelId="{6A54601E-AFE7-4F5E-9CF8-2A35BD496BDB}">
      <dgm:prSet/>
      <dgm:spPr/>
      <dgm:t>
        <a:bodyPr/>
        <a:lstStyle/>
        <a:p>
          <a:r>
            <a:rPr lang="en-US"/>
            <a:t>Metrics evolve under human governance with controlled versioning.</a:t>
          </a:r>
        </a:p>
      </dgm:t>
    </dgm:pt>
    <dgm:pt modelId="{75DA094E-868A-43B8-9AB8-77A7ECEBA508}" type="parTrans" cxnId="{2E85DEF5-B8E2-4617-986B-350E9E3B2B21}">
      <dgm:prSet/>
      <dgm:spPr/>
      <dgm:t>
        <a:bodyPr/>
        <a:lstStyle/>
        <a:p>
          <a:endParaRPr lang="en-US"/>
        </a:p>
      </dgm:t>
    </dgm:pt>
    <dgm:pt modelId="{412EF0B5-6776-43F6-8D03-0DB8A00D245B}" type="sibTrans" cxnId="{2E85DEF5-B8E2-4617-986B-350E9E3B2B21}">
      <dgm:prSet/>
      <dgm:spPr/>
      <dgm:t>
        <a:bodyPr/>
        <a:lstStyle/>
        <a:p>
          <a:endParaRPr lang="en-US"/>
        </a:p>
      </dgm:t>
    </dgm:pt>
    <dgm:pt modelId="{95D3BF70-FB89-4C83-8418-CDB428F298A7}" type="pres">
      <dgm:prSet presAssocID="{DE7D17C7-90B0-43BA-8A48-AE3FE08605C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F4AE243-4889-4FFA-95BE-B19FBA09E940}" type="pres">
      <dgm:prSet presAssocID="{999F8804-6069-45FB-9962-7D1F1381BBFB}" presName="hierRoot1" presStyleCnt="0"/>
      <dgm:spPr/>
    </dgm:pt>
    <dgm:pt modelId="{C90472D8-318B-4AF4-931C-B3413FC0A4E4}" type="pres">
      <dgm:prSet presAssocID="{999F8804-6069-45FB-9962-7D1F1381BBFB}" presName="composite" presStyleCnt="0"/>
      <dgm:spPr/>
    </dgm:pt>
    <dgm:pt modelId="{57096B83-CCD6-4991-ACB0-6AD8B594BFFE}" type="pres">
      <dgm:prSet presAssocID="{999F8804-6069-45FB-9962-7D1F1381BBFB}" presName="background" presStyleLbl="node0" presStyleIdx="0" presStyleCnt="3"/>
      <dgm:spPr/>
    </dgm:pt>
    <dgm:pt modelId="{9A1A2F1D-91C8-4DC2-B4F4-A302B8E0708F}" type="pres">
      <dgm:prSet presAssocID="{999F8804-6069-45FB-9962-7D1F1381BBFB}" presName="text" presStyleLbl="fgAcc0" presStyleIdx="0" presStyleCnt="3">
        <dgm:presLayoutVars>
          <dgm:chPref val="3"/>
        </dgm:presLayoutVars>
      </dgm:prSet>
      <dgm:spPr/>
    </dgm:pt>
    <dgm:pt modelId="{CCF92E34-787A-422C-9BCC-F06A612FA59C}" type="pres">
      <dgm:prSet presAssocID="{999F8804-6069-45FB-9962-7D1F1381BBFB}" presName="hierChild2" presStyleCnt="0"/>
      <dgm:spPr/>
    </dgm:pt>
    <dgm:pt modelId="{C984D411-167E-4045-AC98-C932FC0D0E7A}" type="pres">
      <dgm:prSet presAssocID="{0A7B6EFA-BD3B-49A7-A610-C7E72A711C15}" presName="hierRoot1" presStyleCnt="0"/>
      <dgm:spPr/>
    </dgm:pt>
    <dgm:pt modelId="{3CFD9A5A-B20B-4BAB-919D-37073DBA15D6}" type="pres">
      <dgm:prSet presAssocID="{0A7B6EFA-BD3B-49A7-A610-C7E72A711C15}" presName="composite" presStyleCnt="0"/>
      <dgm:spPr/>
    </dgm:pt>
    <dgm:pt modelId="{3DC1AD3D-6962-40E3-A6FC-000616F7AE3F}" type="pres">
      <dgm:prSet presAssocID="{0A7B6EFA-BD3B-49A7-A610-C7E72A711C15}" presName="background" presStyleLbl="node0" presStyleIdx="1" presStyleCnt="3"/>
      <dgm:spPr/>
    </dgm:pt>
    <dgm:pt modelId="{CFBCA493-956F-4DE8-9F74-DC0EEB19AB43}" type="pres">
      <dgm:prSet presAssocID="{0A7B6EFA-BD3B-49A7-A610-C7E72A711C15}" presName="text" presStyleLbl="fgAcc0" presStyleIdx="1" presStyleCnt="3">
        <dgm:presLayoutVars>
          <dgm:chPref val="3"/>
        </dgm:presLayoutVars>
      </dgm:prSet>
      <dgm:spPr/>
    </dgm:pt>
    <dgm:pt modelId="{B530030E-46F4-44C4-A233-16E1EFF5FF50}" type="pres">
      <dgm:prSet presAssocID="{0A7B6EFA-BD3B-49A7-A610-C7E72A711C15}" presName="hierChild2" presStyleCnt="0"/>
      <dgm:spPr/>
    </dgm:pt>
    <dgm:pt modelId="{228C4333-38F2-4E02-96BE-4C15817BF5A1}" type="pres">
      <dgm:prSet presAssocID="{6A54601E-AFE7-4F5E-9CF8-2A35BD496BDB}" presName="hierRoot1" presStyleCnt="0"/>
      <dgm:spPr/>
    </dgm:pt>
    <dgm:pt modelId="{C4212456-71B1-4272-B5BD-BCFC9428A143}" type="pres">
      <dgm:prSet presAssocID="{6A54601E-AFE7-4F5E-9CF8-2A35BD496BDB}" presName="composite" presStyleCnt="0"/>
      <dgm:spPr/>
    </dgm:pt>
    <dgm:pt modelId="{E8908E68-334E-4113-A677-C52E967CCEC6}" type="pres">
      <dgm:prSet presAssocID="{6A54601E-AFE7-4F5E-9CF8-2A35BD496BDB}" presName="background" presStyleLbl="node0" presStyleIdx="2" presStyleCnt="3"/>
      <dgm:spPr/>
    </dgm:pt>
    <dgm:pt modelId="{1CE05706-CB5F-44CA-AA48-B633F8C51AFE}" type="pres">
      <dgm:prSet presAssocID="{6A54601E-AFE7-4F5E-9CF8-2A35BD496BDB}" presName="text" presStyleLbl="fgAcc0" presStyleIdx="2" presStyleCnt="3">
        <dgm:presLayoutVars>
          <dgm:chPref val="3"/>
        </dgm:presLayoutVars>
      </dgm:prSet>
      <dgm:spPr/>
    </dgm:pt>
    <dgm:pt modelId="{06421552-3367-4070-BFEB-738D88CEA921}" type="pres">
      <dgm:prSet presAssocID="{6A54601E-AFE7-4F5E-9CF8-2A35BD496BDB}" presName="hierChild2" presStyleCnt="0"/>
      <dgm:spPr/>
    </dgm:pt>
  </dgm:ptLst>
  <dgm:cxnLst>
    <dgm:cxn modelId="{F1DA1203-B3F0-4256-9C09-E0A04D85C6B8}" type="presOf" srcId="{0A7B6EFA-BD3B-49A7-A610-C7E72A711C15}" destId="{CFBCA493-956F-4DE8-9F74-DC0EEB19AB43}" srcOrd="0" destOrd="0" presId="urn:microsoft.com/office/officeart/2005/8/layout/hierarchy1"/>
    <dgm:cxn modelId="{C5850A12-B794-4D94-9BBC-638B234E4FA6}" type="presOf" srcId="{6A54601E-AFE7-4F5E-9CF8-2A35BD496BDB}" destId="{1CE05706-CB5F-44CA-AA48-B633F8C51AFE}" srcOrd="0" destOrd="0" presId="urn:microsoft.com/office/officeart/2005/8/layout/hierarchy1"/>
    <dgm:cxn modelId="{7597741E-FC4B-4943-83D1-A17BF24D2604}" type="presOf" srcId="{DE7D17C7-90B0-43BA-8A48-AE3FE08605CB}" destId="{95D3BF70-FB89-4C83-8418-CDB428F298A7}" srcOrd="0" destOrd="0" presId="urn:microsoft.com/office/officeart/2005/8/layout/hierarchy1"/>
    <dgm:cxn modelId="{317F631F-F125-4544-8F1A-793B56119484}" srcId="{DE7D17C7-90B0-43BA-8A48-AE3FE08605CB}" destId="{0A7B6EFA-BD3B-49A7-A610-C7E72A711C15}" srcOrd="1" destOrd="0" parTransId="{3BAA39DE-4B4A-4B9F-BEB2-6B9369AEB4F7}" sibTransId="{8D7151A7-B2EB-4585-AECD-82B938875150}"/>
    <dgm:cxn modelId="{7ED3AE60-03D6-49D3-B4E1-D0C543929C8A}" srcId="{DE7D17C7-90B0-43BA-8A48-AE3FE08605CB}" destId="{999F8804-6069-45FB-9962-7D1F1381BBFB}" srcOrd="0" destOrd="0" parTransId="{49BEBD81-97D9-4C00-B22B-BFC74F174C80}" sibTransId="{2DE7D38B-3EED-46FD-B5C8-B45E6171962E}"/>
    <dgm:cxn modelId="{2E85DEF5-B8E2-4617-986B-350E9E3B2B21}" srcId="{DE7D17C7-90B0-43BA-8A48-AE3FE08605CB}" destId="{6A54601E-AFE7-4F5E-9CF8-2A35BD496BDB}" srcOrd="2" destOrd="0" parTransId="{75DA094E-868A-43B8-9AB8-77A7ECEBA508}" sibTransId="{412EF0B5-6776-43F6-8D03-0DB8A00D245B}"/>
    <dgm:cxn modelId="{3AE988F9-F3C1-4C3F-8062-5FBEE2FE10A3}" type="presOf" srcId="{999F8804-6069-45FB-9962-7D1F1381BBFB}" destId="{9A1A2F1D-91C8-4DC2-B4F4-A302B8E0708F}" srcOrd="0" destOrd="0" presId="urn:microsoft.com/office/officeart/2005/8/layout/hierarchy1"/>
    <dgm:cxn modelId="{681C96C9-303F-43D2-B68A-F29A0769CC38}" type="presParOf" srcId="{95D3BF70-FB89-4C83-8418-CDB428F298A7}" destId="{7F4AE243-4889-4FFA-95BE-B19FBA09E940}" srcOrd="0" destOrd="0" presId="urn:microsoft.com/office/officeart/2005/8/layout/hierarchy1"/>
    <dgm:cxn modelId="{2110C30A-9198-479A-809A-78D4763F254D}" type="presParOf" srcId="{7F4AE243-4889-4FFA-95BE-B19FBA09E940}" destId="{C90472D8-318B-4AF4-931C-B3413FC0A4E4}" srcOrd="0" destOrd="0" presId="urn:microsoft.com/office/officeart/2005/8/layout/hierarchy1"/>
    <dgm:cxn modelId="{F4D74291-F6D9-49C2-8365-8CC483CF0BF8}" type="presParOf" srcId="{C90472D8-318B-4AF4-931C-B3413FC0A4E4}" destId="{57096B83-CCD6-4991-ACB0-6AD8B594BFFE}" srcOrd="0" destOrd="0" presId="urn:microsoft.com/office/officeart/2005/8/layout/hierarchy1"/>
    <dgm:cxn modelId="{2EF6E1B5-933D-44C2-B897-BA000C9A02F5}" type="presParOf" srcId="{C90472D8-318B-4AF4-931C-B3413FC0A4E4}" destId="{9A1A2F1D-91C8-4DC2-B4F4-A302B8E0708F}" srcOrd="1" destOrd="0" presId="urn:microsoft.com/office/officeart/2005/8/layout/hierarchy1"/>
    <dgm:cxn modelId="{2A2DC955-4DFA-4D19-ADBD-13575B8A1E35}" type="presParOf" srcId="{7F4AE243-4889-4FFA-95BE-B19FBA09E940}" destId="{CCF92E34-787A-422C-9BCC-F06A612FA59C}" srcOrd="1" destOrd="0" presId="urn:microsoft.com/office/officeart/2005/8/layout/hierarchy1"/>
    <dgm:cxn modelId="{1343AD23-024C-4A57-AD81-9FB0BDEB8066}" type="presParOf" srcId="{95D3BF70-FB89-4C83-8418-CDB428F298A7}" destId="{C984D411-167E-4045-AC98-C932FC0D0E7A}" srcOrd="1" destOrd="0" presId="urn:microsoft.com/office/officeart/2005/8/layout/hierarchy1"/>
    <dgm:cxn modelId="{A557A3D9-CDDC-4AEA-ABEF-7A1850A0C6FA}" type="presParOf" srcId="{C984D411-167E-4045-AC98-C932FC0D0E7A}" destId="{3CFD9A5A-B20B-4BAB-919D-37073DBA15D6}" srcOrd="0" destOrd="0" presId="urn:microsoft.com/office/officeart/2005/8/layout/hierarchy1"/>
    <dgm:cxn modelId="{5F5909D3-A38B-46BC-8B2C-0755E63F5EF8}" type="presParOf" srcId="{3CFD9A5A-B20B-4BAB-919D-37073DBA15D6}" destId="{3DC1AD3D-6962-40E3-A6FC-000616F7AE3F}" srcOrd="0" destOrd="0" presId="urn:microsoft.com/office/officeart/2005/8/layout/hierarchy1"/>
    <dgm:cxn modelId="{2327DBFA-50CE-413E-B708-28052B1D6A13}" type="presParOf" srcId="{3CFD9A5A-B20B-4BAB-919D-37073DBA15D6}" destId="{CFBCA493-956F-4DE8-9F74-DC0EEB19AB43}" srcOrd="1" destOrd="0" presId="urn:microsoft.com/office/officeart/2005/8/layout/hierarchy1"/>
    <dgm:cxn modelId="{88204B84-861B-4E10-9A7C-2440773AE423}" type="presParOf" srcId="{C984D411-167E-4045-AC98-C932FC0D0E7A}" destId="{B530030E-46F4-44C4-A233-16E1EFF5FF50}" srcOrd="1" destOrd="0" presId="urn:microsoft.com/office/officeart/2005/8/layout/hierarchy1"/>
    <dgm:cxn modelId="{501DF6BC-6702-48BF-A1A9-1CAE0A061F36}" type="presParOf" srcId="{95D3BF70-FB89-4C83-8418-CDB428F298A7}" destId="{228C4333-38F2-4E02-96BE-4C15817BF5A1}" srcOrd="2" destOrd="0" presId="urn:microsoft.com/office/officeart/2005/8/layout/hierarchy1"/>
    <dgm:cxn modelId="{B235DD9B-5487-4E09-8A4D-473E50FB19C2}" type="presParOf" srcId="{228C4333-38F2-4E02-96BE-4C15817BF5A1}" destId="{C4212456-71B1-4272-B5BD-BCFC9428A143}" srcOrd="0" destOrd="0" presId="urn:microsoft.com/office/officeart/2005/8/layout/hierarchy1"/>
    <dgm:cxn modelId="{9ED139C6-590F-446E-8ADC-86FE601E0ABF}" type="presParOf" srcId="{C4212456-71B1-4272-B5BD-BCFC9428A143}" destId="{E8908E68-334E-4113-A677-C52E967CCEC6}" srcOrd="0" destOrd="0" presId="urn:microsoft.com/office/officeart/2005/8/layout/hierarchy1"/>
    <dgm:cxn modelId="{FD7EDFBE-2585-450F-81CD-5FD22A5285FB}" type="presParOf" srcId="{C4212456-71B1-4272-B5BD-BCFC9428A143}" destId="{1CE05706-CB5F-44CA-AA48-B633F8C51AFE}" srcOrd="1" destOrd="0" presId="urn:microsoft.com/office/officeart/2005/8/layout/hierarchy1"/>
    <dgm:cxn modelId="{3F632D40-EA31-4856-B1F0-18EAC97A29AD}" type="presParOf" srcId="{228C4333-38F2-4E02-96BE-4C15817BF5A1}" destId="{06421552-3367-4070-BFEB-738D88CEA92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B4F728A-8DC2-41ED-85EE-47D07208DCF3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D6292B33-1CBC-462D-843C-DA1CFE13FF8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1. Feature metadata</a:t>
          </a:r>
        </a:p>
      </dgm:t>
    </dgm:pt>
    <dgm:pt modelId="{51443F46-76F9-4013-A0B8-5CFADD7C0063}" type="parTrans" cxnId="{0879A2DA-43A2-4D8D-97D0-1F9146E6D4C5}">
      <dgm:prSet/>
      <dgm:spPr/>
      <dgm:t>
        <a:bodyPr/>
        <a:lstStyle/>
        <a:p>
          <a:endParaRPr lang="en-US"/>
        </a:p>
      </dgm:t>
    </dgm:pt>
    <dgm:pt modelId="{E5B47695-5DEE-4B05-883D-9DABF7B3F7A3}" type="sibTrans" cxnId="{0879A2DA-43A2-4D8D-97D0-1F9146E6D4C5}">
      <dgm:prSet/>
      <dgm:spPr/>
      <dgm:t>
        <a:bodyPr/>
        <a:lstStyle/>
        <a:p>
          <a:endParaRPr lang="en-US"/>
        </a:p>
      </dgm:t>
    </dgm:pt>
    <dgm:pt modelId="{94B0EBE2-ECB6-469E-8FCC-75CCB197007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2. Category &amp; locale resolution</a:t>
          </a:r>
        </a:p>
      </dgm:t>
    </dgm:pt>
    <dgm:pt modelId="{775D8A8A-2E8D-4832-92E8-0AB26D687C80}" type="parTrans" cxnId="{AC30D2C6-E7C9-4D69-B091-196662ECD9D5}">
      <dgm:prSet/>
      <dgm:spPr/>
      <dgm:t>
        <a:bodyPr/>
        <a:lstStyle/>
        <a:p>
          <a:endParaRPr lang="en-US"/>
        </a:p>
      </dgm:t>
    </dgm:pt>
    <dgm:pt modelId="{C1C491C6-DB50-42FB-9BB4-9A5D35B6C6F0}" type="sibTrans" cxnId="{AC30D2C6-E7C9-4D69-B091-196662ECD9D5}">
      <dgm:prSet/>
      <dgm:spPr/>
      <dgm:t>
        <a:bodyPr/>
        <a:lstStyle/>
        <a:p>
          <a:endParaRPr lang="en-US"/>
        </a:p>
      </dgm:t>
    </dgm:pt>
    <dgm:pt modelId="{F3992FC7-2F84-4FD4-A8E1-310F98751A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3. Metric selection</a:t>
          </a:r>
        </a:p>
      </dgm:t>
    </dgm:pt>
    <dgm:pt modelId="{1864A9C2-927E-44E1-8AE2-9FE6EE6E0079}" type="parTrans" cxnId="{4F95D1F2-A12C-4AE6-B6F2-2049567BF5DD}">
      <dgm:prSet/>
      <dgm:spPr/>
      <dgm:t>
        <a:bodyPr/>
        <a:lstStyle/>
        <a:p>
          <a:endParaRPr lang="en-US"/>
        </a:p>
      </dgm:t>
    </dgm:pt>
    <dgm:pt modelId="{853DDCAF-31AA-4959-950E-1AFE07C4AE12}" type="sibTrans" cxnId="{4F95D1F2-A12C-4AE6-B6F2-2049567BF5DD}">
      <dgm:prSet/>
      <dgm:spPr/>
      <dgm:t>
        <a:bodyPr/>
        <a:lstStyle/>
        <a:p>
          <a:endParaRPr lang="en-US"/>
        </a:p>
      </dgm:t>
    </dgm:pt>
    <dgm:pt modelId="{C77FFE2E-4AF9-4309-98E7-DA2AB39D22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4. RAI injection</a:t>
          </a:r>
        </a:p>
      </dgm:t>
    </dgm:pt>
    <dgm:pt modelId="{0F673A4B-21E1-48E3-B2FC-A9B19B08EC9F}" type="parTrans" cxnId="{391945F4-336F-436D-9204-003B05F19A8E}">
      <dgm:prSet/>
      <dgm:spPr/>
      <dgm:t>
        <a:bodyPr/>
        <a:lstStyle/>
        <a:p>
          <a:endParaRPr lang="en-US"/>
        </a:p>
      </dgm:t>
    </dgm:pt>
    <dgm:pt modelId="{9D3FEFC9-E86F-42D8-B50B-41FE379CD0A0}" type="sibTrans" cxnId="{391945F4-336F-436D-9204-003B05F19A8E}">
      <dgm:prSet/>
      <dgm:spPr/>
      <dgm:t>
        <a:bodyPr/>
        <a:lstStyle/>
        <a:p>
          <a:endParaRPr lang="en-US"/>
        </a:p>
      </dgm:t>
    </dgm:pt>
    <dgm:pt modelId="{0DCA6543-06DB-4429-B09F-30F80804A4E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5. Template instantiation</a:t>
          </a:r>
        </a:p>
      </dgm:t>
    </dgm:pt>
    <dgm:pt modelId="{C39C8479-E9C0-441A-B48A-8FE510A7C378}" type="parTrans" cxnId="{9BD13FD9-EBE3-4BB3-B95B-0C492B920550}">
      <dgm:prSet/>
      <dgm:spPr/>
      <dgm:t>
        <a:bodyPr/>
        <a:lstStyle/>
        <a:p>
          <a:endParaRPr lang="en-US"/>
        </a:p>
      </dgm:t>
    </dgm:pt>
    <dgm:pt modelId="{71C4CE8C-1ADE-4DD4-9325-32976867B50F}" type="sibTrans" cxnId="{9BD13FD9-EBE3-4BB3-B95B-0C492B920550}">
      <dgm:prSet/>
      <dgm:spPr/>
      <dgm:t>
        <a:bodyPr/>
        <a:lstStyle/>
        <a:p>
          <a:endParaRPr lang="en-US"/>
        </a:p>
      </dgm:t>
    </dgm:pt>
    <dgm:pt modelId="{8A888386-ED1E-4D8C-ADAF-739873B3B1B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6. JSON‑structured output</a:t>
          </a:r>
        </a:p>
      </dgm:t>
    </dgm:pt>
    <dgm:pt modelId="{4101A4AD-01A7-449C-A69E-D42A992DA7DC}" type="parTrans" cxnId="{09C45CA6-963B-4059-AADD-125ADCE72208}">
      <dgm:prSet/>
      <dgm:spPr/>
      <dgm:t>
        <a:bodyPr/>
        <a:lstStyle/>
        <a:p>
          <a:endParaRPr lang="en-US"/>
        </a:p>
      </dgm:t>
    </dgm:pt>
    <dgm:pt modelId="{D68C9B86-CE32-445B-B7BA-06F9816DE962}" type="sibTrans" cxnId="{09C45CA6-963B-4059-AADD-125ADCE72208}">
      <dgm:prSet/>
      <dgm:spPr/>
      <dgm:t>
        <a:bodyPr/>
        <a:lstStyle/>
        <a:p>
          <a:endParaRPr lang="en-US"/>
        </a:p>
      </dgm:t>
    </dgm:pt>
    <dgm:pt modelId="{BFEAE0CE-B48E-45B9-B467-9C15A0F97526}" type="pres">
      <dgm:prSet presAssocID="{3B4F728A-8DC2-41ED-85EE-47D07208DCF3}" presName="root" presStyleCnt="0">
        <dgm:presLayoutVars>
          <dgm:dir/>
          <dgm:resizeHandles val="exact"/>
        </dgm:presLayoutVars>
      </dgm:prSet>
      <dgm:spPr/>
    </dgm:pt>
    <dgm:pt modelId="{6704D716-1B6E-4B56-941C-E89F13D96A38}" type="pres">
      <dgm:prSet presAssocID="{D6292B33-1CBC-462D-843C-DA1CFE13FF82}" presName="compNode" presStyleCnt="0"/>
      <dgm:spPr/>
    </dgm:pt>
    <dgm:pt modelId="{CB28507A-C2F7-45D5-8E32-8EE614F79EF4}" type="pres">
      <dgm:prSet presAssocID="{D6292B33-1CBC-462D-843C-DA1CFE13FF82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C55FBF2E-B089-41F9-A7F5-7865513E24F7}" type="pres">
      <dgm:prSet presAssocID="{D6292B33-1CBC-462D-843C-DA1CFE13FF82}" presName="spaceRect" presStyleCnt="0"/>
      <dgm:spPr/>
    </dgm:pt>
    <dgm:pt modelId="{7051C0D6-D0BC-4687-B387-5E7AB81ECD45}" type="pres">
      <dgm:prSet presAssocID="{D6292B33-1CBC-462D-843C-DA1CFE13FF82}" presName="textRect" presStyleLbl="revTx" presStyleIdx="0" presStyleCnt="6">
        <dgm:presLayoutVars>
          <dgm:chMax val="1"/>
          <dgm:chPref val="1"/>
        </dgm:presLayoutVars>
      </dgm:prSet>
      <dgm:spPr/>
    </dgm:pt>
    <dgm:pt modelId="{A1ABE033-ED99-4A45-B38E-24498598CEA1}" type="pres">
      <dgm:prSet presAssocID="{E5B47695-5DEE-4B05-883D-9DABF7B3F7A3}" presName="sibTrans" presStyleCnt="0"/>
      <dgm:spPr/>
    </dgm:pt>
    <dgm:pt modelId="{74729B2D-7BE9-4F16-BB18-F799A0E4AF98}" type="pres">
      <dgm:prSet presAssocID="{94B0EBE2-ECB6-469E-8FCC-75CCB1970079}" presName="compNode" presStyleCnt="0"/>
      <dgm:spPr/>
    </dgm:pt>
    <dgm:pt modelId="{6D2BA5C8-C0DE-441A-8607-31BB74F164F9}" type="pres">
      <dgm:prSet presAssocID="{94B0EBE2-ECB6-469E-8FCC-75CCB1970079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eting"/>
        </a:ext>
      </dgm:extLst>
    </dgm:pt>
    <dgm:pt modelId="{3279BE9A-3EEF-41F1-A697-3EBEDFBB8EB8}" type="pres">
      <dgm:prSet presAssocID="{94B0EBE2-ECB6-469E-8FCC-75CCB1970079}" presName="spaceRect" presStyleCnt="0"/>
      <dgm:spPr/>
    </dgm:pt>
    <dgm:pt modelId="{AE1B6E37-8CC6-40FF-9C8E-B7AA54E95616}" type="pres">
      <dgm:prSet presAssocID="{94B0EBE2-ECB6-469E-8FCC-75CCB1970079}" presName="textRect" presStyleLbl="revTx" presStyleIdx="1" presStyleCnt="6">
        <dgm:presLayoutVars>
          <dgm:chMax val="1"/>
          <dgm:chPref val="1"/>
        </dgm:presLayoutVars>
      </dgm:prSet>
      <dgm:spPr/>
    </dgm:pt>
    <dgm:pt modelId="{B0D63559-EE91-4FC2-9B34-1474C6BACDC2}" type="pres">
      <dgm:prSet presAssocID="{C1C491C6-DB50-42FB-9BB4-9A5D35B6C6F0}" presName="sibTrans" presStyleCnt="0"/>
      <dgm:spPr/>
    </dgm:pt>
    <dgm:pt modelId="{08959BA4-8E93-423C-916D-ABFF170B050B}" type="pres">
      <dgm:prSet presAssocID="{F3992FC7-2F84-4FD4-A8E1-310F98751AE0}" presName="compNode" presStyleCnt="0"/>
      <dgm:spPr/>
    </dgm:pt>
    <dgm:pt modelId="{AA164247-E284-4C67-89DC-A2CABCF83980}" type="pres">
      <dgm:prSet presAssocID="{F3992FC7-2F84-4FD4-A8E1-310F98751AE0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24EB4B96-33E7-4B7D-8947-5C8122D167BD}" type="pres">
      <dgm:prSet presAssocID="{F3992FC7-2F84-4FD4-A8E1-310F98751AE0}" presName="spaceRect" presStyleCnt="0"/>
      <dgm:spPr/>
    </dgm:pt>
    <dgm:pt modelId="{89C10F58-25B6-477D-9DB7-F045CB59D0D3}" type="pres">
      <dgm:prSet presAssocID="{F3992FC7-2F84-4FD4-A8E1-310F98751AE0}" presName="textRect" presStyleLbl="revTx" presStyleIdx="2" presStyleCnt="6">
        <dgm:presLayoutVars>
          <dgm:chMax val="1"/>
          <dgm:chPref val="1"/>
        </dgm:presLayoutVars>
      </dgm:prSet>
      <dgm:spPr/>
    </dgm:pt>
    <dgm:pt modelId="{FD436CC3-E00A-451A-B6C0-5A30DBB14067}" type="pres">
      <dgm:prSet presAssocID="{853DDCAF-31AA-4959-950E-1AFE07C4AE12}" presName="sibTrans" presStyleCnt="0"/>
      <dgm:spPr/>
    </dgm:pt>
    <dgm:pt modelId="{A4656D0E-ED21-4BEF-A05E-4F280115D24E}" type="pres">
      <dgm:prSet presAssocID="{C77FFE2E-4AF9-4309-98E7-DA2AB39D22A6}" presName="compNode" presStyleCnt="0"/>
      <dgm:spPr/>
    </dgm:pt>
    <dgm:pt modelId="{DBFA928C-DE68-403C-B8FF-998504E9BC6C}" type="pres">
      <dgm:prSet presAssocID="{C77FFE2E-4AF9-4309-98E7-DA2AB39D22A6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edle"/>
        </a:ext>
      </dgm:extLst>
    </dgm:pt>
    <dgm:pt modelId="{5A64D191-85D9-4FFA-9CA5-C11A8525DD9A}" type="pres">
      <dgm:prSet presAssocID="{C77FFE2E-4AF9-4309-98E7-DA2AB39D22A6}" presName="spaceRect" presStyleCnt="0"/>
      <dgm:spPr/>
    </dgm:pt>
    <dgm:pt modelId="{242766DA-2DD0-4653-AF17-4771E03151F3}" type="pres">
      <dgm:prSet presAssocID="{C77FFE2E-4AF9-4309-98E7-DA2AB39D22A6}" presName="textRect" presStyleLbl="revTx" presStyleIdx="3" presStyleCnt="6">
        <dgm:presLayoutVars>
          <dgm:chMax val="1"/>
          <dgm:chPref val="1"/>
        </dgm:presLayoutVars>
      </dgm:prSet>
      <dgm:spPr/>
    </dgm:pt>
    <dgm:pt modelId="{12B61AE2-657B-4E29-BE9F-7E4D0602F4DE}" type="pres">
      <dgm:prSet presAssocID="{9D3FEFC9-E86F-42D8-B50B-41FE379CD0A0}" presName="sibTrans" presStyleCnt="0"/>
      <dgm:spPr/>
    </dgm:pt>
    <dgm:pt modelId="{219A6F4E-717E-4BB0-8EE6-B5CF9BEFE4FC}" type="pres">
      <dgm:prSet presAssocID="{0DCA6543-06DB-4429-B09F-30F80804A4EE}" presName="compNode" presStyleCnt="0"/>
      <dgm:spPr/>
    </dgm:pt>
    <dgm:pt modelId="{0AFD1ABC-1F88-43EE-BB17-0D90C6C3B60F}" type="pres">
      <dgm:prSet presAssocID="{0DCA6543-06DB-4429-B09F-30F80804A4EE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C123497-D64F-4015-9E32-259F91788758}" type="pres">
      <dgm:prSet presAssocID="{0DCA6543-06DB-4429-B09F-30F80804A4EE}" presName="spaceRect" presStyleCnt="0"/>
      <dgm:spPr/>
    </dgm:pt>
    <dgm:pt modelId="{174DBB4C-E3A5-4D1C-9B67-7867C3D6DDD1}" type="pres">
      <dgm:prSet presAssocID="{0DCA6543-06DB-4429-B09F-30F80804A4EE}" presName="textRect" presStyleLbl="revTx" presStyleIdx="4" presStyleCnt="6">
        <dgm:presLayoutVars>
          <dgm:chMax val="1"/>
          <dgm:chPref val="1"/>
        </dgm:presLayoutVars>
      </dgm:prSet>
      <dgm:spPr/>
    </dgm:pt>
    <dgm:pt modelId="{0655FF7E-F7E9-443A-AA89-B91DB77E1C4A}" type="pres">
      <dgm:prSet presAssocID="{71C4CE8C-1ADE-4DD4-9325-32976867B50F}" presName="sibTrans" presStyleCnt="0"/>
      <dgm:spPr/>
    </dgm:pt>
    <dgm:pt modelId="{72312B85-81C9-4356-BE61-09075F3FD746}" type="pres">
      <dgm:prSet presAssocID="{8A888386-ED1E-4D8C-ADAF-739873B3B1B1}" presName="compNode" presStyleCnt="0"/>
      <dgm:spPr/>
    </dgm:pt>
    <dgm:pt modelId="{0F9596E3-C42B-4022-B3F7-C1DF3BCCCC9E}" type="pres">
      <dgm:prSet presAssocID="{8A888386-ED1E-4D8C-ADAF-739873B3B1B1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41D02ACB-334B-4C9B-B319-283C7026BE66}" type="pres">
      <dgm:prSet presAssocID="{8A888386-ED1E-4D8C-ADAF-739873B3B1B1}" presName="spaceRect" presStyleCnt="0"/>
      <dgm:spPr/>
    </dgm:pt>
    <dgm:pt modelId="{88A61EA2-3A1A-43FD-A66F-E0C9A7813A3E}" type="pres">
      <dgm:prSet presAssocID="{8A888386-ED1E-4D8C-ADAF-739873B3B1B1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14E04500-E508-4A09-8133-EEF7FD0D77BF}" type="presOf" srcId="{8A888386-ED1E-4D8C-ADAF-739873B3B1B1}" destId="{88A61EA2-3A1A-43FD-A66F-E0C9A7813A3E}" srcOrd="0" destOrd="0" presId="urn:microsoft.com/office/officeart/2018/2/layout/IconLabelList"/>
    <dgm:cxn modelId="{F2F6BB17-DF18-4A47-9BE3-D474F79E4AEC}" type="presOf" srcId="{D6292B33-1CBC-462D-843C-DA1CFE13FF82}" destId="{7051C0D6-D0BC-4687-B387-5E7AB81ECD45}" srcOrd="0" destOrd="0" presId="urn:microsoft.com/office/officeart/2018/2/layout/IconLabelList"/>
    <dgm:cxn modelId="{10C6F683-CFC2-4019-B590-6211C09060E9}" type="presOf" srcId="{0DCA6543-06DB-4429-B09F-30F80804A4EE}" destId="{174DBB4C-E3A5-4D1C-9B67-7867C3D6DDD1}" srcOrd="0" destOrd="0" presId="urn:microsoft.com/office/officeart/2018/2/layout/IconLabelList"/>
    <dgm:cxn modelId="{F661E48E-5C4E-42CF-A9D0-D3889C27368B}" type="presOf" srcId="{C77FFE2E-4AF9-4309-98E7-DA2AB39D22A6}" destId="{242766DA-2DD0-4653-AF17-4771E03151F3}" srcOrd="0" destOrd="0" presId="urn:microsoft.com/office/officeart/2018/2/layout/IconLabelList"/>
    <dgm:cxn modelId="{09C45CA6-963B-4059-AADD-125ADCE72208}" srcId="{3B4F728A-8DC2-41ED-85EE-47D07208DCF3}" destId="{8A888386-ED1E-4D8C-ADAF-739873B3B1B1}" srcOrd="5" destOrd="0" parTransId="{4101A4AD-01A7-449C-A69E-D42A992DA7DC}" sibTransId="{D68C9B86-CE32-445B-B7BA-06F9816DE962}"/>
    <dgm:cxn modelId="{A79455A8-DA64-4D62-8C19-96A4D351F08C}" type="presOf" srcId="{3B4F728A-8DC2-41ED-85EE-47D07208DCF3}" destId="{BFEAE0CE-B48E-45B9-B467-9C15A0F97526}" srcOrd="0" destOrd="0" presId="urn:microsoft.com/office/officeart/2018/2/layout/IconLabelList"/>
    <dgm:cxn modelId="{AC30D2C6-E7C9-4D69-B091-196662ECD9D5}" srcId="{3B4F728A-8DC2-41ED-85EE-47D07208DCF3}" destId="{94B0EBE2-ECB6-469E-8FCC-75CCB1970079}" srcOrd="1" destOrd="0" parTransId="{775D8A8A-2E8D-4832-92E8-0AB26D687C80}" sibTransId="{C1C491C6-DB50-42FB-9BB4-9A5D35B6C6F0}"/>
    <dgm:cxn modelId="{9BD13FD9-EBE3-4BB3-B95B-0C492B920550}" srcId="{3B4F728A-8DC2-41ED-85EE-47D07208DCF3}" destId="{0DCA6543-06DB-4429-B09F-30F80804A4EE}" srcOrd="4" destOrd="0" parTransId="{C39C8479-E9C0-441A-B48A-8FE510A7C378}" sibTransId="{71C4CE8C-1ADE-4DD4-9325-32976867B50F}"/>
    <dgm:cxn modelId="{A7AD0EDA-7CDA-4424-8132-C988D774DAA4}" type="presOf" srcId="{94B0EBE2-ECB6-469E-8FCC-75CCB1970079}" destId="{AE1B6E37-8CC6-40FF-9C8E-B7AA54E95616}" srcOrd="0" destOrd="0" presId="urn:microsoft.com/office/officeart/2018/2/layout/IconLabelList"/>
    <dgm:cxn modelId="{0879A2DA-43A2-4D8D-97D0-1F9146E6D4C5}" srcId="{3B4F728A-8DC2-41ED-85EE-47D07208DCF3}" destId="{D6292B33-1CBC-462D-843C-DA1CFE13FF82}" srcOrd="0" destOrd="0" parTransId="{51443F46-76F9-4013-A0B8-5CFADD7C0063}" sibTransId="{E5B47695-5DEE-4B05-883D-9DABF7B3F7A3}"/>
    <dgm:cxn modelId="{888DDAE9-B636-4CE0-AC6D-D5D00C77B61E}" type="presOf" srcId="{F3992FC7-2F84-4FD4-A8E1-310F98751AE0}" destId="{89C10F58-25B6-477D-9DB7-F045CB59D0D3}" srcOrd="0" destOrd="0" presId="urn:microsoft.com/office/officeart/2018/2/layout/IconLabelList"/>
    <dgm:cxn modelId="{4F95D1F2-A12C-4AE6-B6F2-2049567BF5DD}" srcId="{3B4F728A-8DC2-41ED-85EE-47D07208DCF3}" destId="{F3992FC7-2F84-4FD4-A8E1-310F98751AE0}" srcOrd="2" destOrd="0" parTransId="{1864A9C2-927E-44E1-8AE2-9FE6EE6E0079}" sibTransId="{853DDCAF-31AA-4959-950E-1AFE07C4AE12}"/>
    <dgm:cxn modelId="{391945F4-336F-436D-9204-003B05F19A8E}" srcId="{3B4F728A-8DC2-41ED-85EE-47D07208DCF3}" destId="{C77FFE2E-4AF9-4309-98E7-DA2AB39D22A6}" srcOrd="3" destOrd="0" parTransId="{0F673A4B-21E1-48E3-B2FC-A9B19B08EC9F}" sibTransId="{9D3FEFC9-E86F-42D8-B50B-41FE379CD0A0}"/>
    <dgm:cxn modelId="{E05C8AA5-D31D-4B95-9AFD-84E90C0DA9D9}" type="presParOf" srcId="{BFEAE0CE-B48E-45B9-B467-9C15A0F97526}" destId="{6704D716-1B6E-4B56-941C-E89F13D96A38}" srcOrd="0" destOrd="0" presId="urn:microsoft.com/office/officeart/2018/2/layout/IconLabelList"/>
    <dgm:cxn modelId="{56E68B01-CB25-42D9-8745-3593FE1779D8}" type="presParOf" srcId="{6704D716-1B6E-4B56-941C-E89F13D96A38}" destId="{CB28507A-C2F7-45D5-8E32-8EE614F79EF4}" srcOrd="0" destOrd="0" presId="urn:microsoft.com/office/officeart/2018/2/layout/IconLabelList"/>
    <dgm:cxn modelId="{C64B4E9F-E00C-4C00-BA32-2C7CD9F1D99F}" type="presParOf" srcId="{6704D716-1B6E-4B56-941C-E89F13D96A38}" destId="{C55FBF2E-B089-41F9-A7F5-7865513E24F7}" srcOrd="1" destOrd="0" presId="urn:microsoft.com/office/officeart/2018/2/layout/IconLabelList"/>
    <dgm:cxn modelId="{CFEE2E2B-7883-48CE-A8F2-1B8B088F21DE}" type="presParOf" srcId="{6704D716-1B6E-4B56-941C-E89F13D96A38}" destId="{7051C0D6-D0BC-4687-B387-5E7AB81ECD45}" srcOrd="2" destOrd="0" presId="urn:microsoft.com/office/officeart/2018/2/layout/IconLabelList"/>
    <dgm:cxn modelId="{0B8823F9-3CC1-4C18-AE74-795A4782781D}" type="presParOf" srcId="{BFEAE0CE-B48E-45B9-B467-9C15A0F97526}" destId="{A1ABE033-ED99-4A45-B38E-24498598CEA1}" srcOrd="1" destOrd="0" presId="urn:microsoft.com/office/officeart/2018/2/layout/IconLabelList"/>
    <dgm:cxn modelId="{63F42368-59E0-4141-9017-157C7F9762C5}" type="presParOf" srcId="{BFEAE0CE-B48E-45B9-B467-9C15A0F97526}" destId="{74729B2D-7BE9-4F16-BB18-F799A0E4AF98}" srcOrd="2" destOrd="0" presId="urn:microsoft.com/office/officeart/2018/2/layout/IconLabelList"/>
    <dgm:cxn modelId="{0AB26911-A75A-40E2-BE16-60F02D366B48}" type="presParOf" srcId="{74729B2D-7BE9-4F16-BB18-F799A0E4AF98}" destId="{6D2BA5C8-C0DE-441A-8607-31BB74F164F9}" srcOrd="0" destOrd="0" presId="urn:microsoft.com/office/officeart/2018/2/layout/IconLabelList"/>
    <dgm:cxn modelId="{47ABCD79-AF8F-45A4-A862-7689AA205643}" type="presParOf" srcId="{74729B2D-7BE9-4F16-BB18-F799A0E4AF98}" destId="{3279BE9A-3EEF-41F1-A697-3EBEDFBB8EB8}" srcOrd="1" destOrd="0" presId="urn:microsoft.com/office/officeart/2018/2/layout/IconLabelList"/>
    <dgm:cxn modelId="{05C7D00A-E993-49B2-B197-95A6CABE282D}" type="presParOf" srcId="{74729B2D-7BE9-4F16-BB18-F799A0E4AF98}" destId="{AE1B6E37-8CC6-40FF-9C8E-B7AA54E95616}" srcOrd="2" destOrd="0" presId="urn:microsoft.com/office/officeart/2018/2/layout/IconLabelList"/>
    <dgm:cxn modelId="{BF2506AD-C37F-4B70-AF50-EF48E93C90B0}" type="presParOf" srcId="{BFEAE0CE-B48E-45B9-B467-9C15A0F97526}" destId="{B0D63559-EE91-4FC2-9B34-1474C6BACDC2}" srcOrd="3" destOrd="0" presId="urn:microsoft.com/office/officeart/2018/2/layout/IconLabelList"/>
    <dgm:cxn modelId="{F9175183-30AF-4726-91D0-FD08E1F97446}" type="presParOf" srcId="{BFEAE0CE-B48E-45B9-B467-9C15A0F97526}" destId="{08959BA4-8E93-423C-916D-ABFF170B050B}" srcOrd="4" destOrd="0" presId="urn:microsoft.com/office/officeart/2018/2/layout/IconLabelList"/>
    <dgm:cxn modelId="{FD2FE57C-60E0-406C-8005-269D6F425D16}" type="presParOf" srcId="{08959BA4-8E93-423C-916D-ABFF170B050B}" destId="{AA164247-E284-4C67-89DC-A2CABCF83980}" srcOrd="0" destOrd="0" presId="urn:microsoft.com/office/officeart/2018/2/layout/IconLabelList"/>
    <dgm:cxn modelId="{129925CD-055F-4069-94F5-C82473C365A9}" type="presParOf" srcId="{08959BA4-8E93-423C-916D-ABFF170B050B}" destId="{24EB4B96-33E7-4B7D-8947-5C8122D167BD}" srcOrd="1" destOrd="0" presId="urn:microsoft.com/office/officeart/2018/2/layout/IconLabelList"/>
    <dgm:cxn modelId="{2176DF50-845A-4E9D-AFF9-4913379E683C}" type="presParOf" srcId="{08959BA4-8E93-423C-916D-ABFF170B050B}" destId="{89C10F58-25B6-477D-9DB7-F045CB59D0D3}" srcOrd="2" destOrd="0" presId="urn:microsoft.com/office/officeart/2018/2/layout/IconLabelList"/>
    <dgm:cxn modelId="{182AE809-D8E6-49AA-8C63-33B79737AF27}" type="presParOf" srcId="{BFEAE0CE-B48E-45B9-B467-9C15A0F97526}" destId="{FD436CC3-E00A-451A-B6C0-5A30DBB14067}" srcOrd="5" destOrd="0" presId="urn:microsoft.com/office/officeart/2018/2/layout/IconLabelList"/>
    <dgm:cxn modelId="{6861B7FF-CA83-4E9C-8E4A-D821398E953B}" type="presParOf" srcId="{BFEAE0CE-B48E-45B9-B467-9C15A0F97526}" destId="{A4656D0E-ED21-4BEF-A05E-4F280115D24E}" srcOrd="6" destOrd="0" presId="urn:microsoft.com/office/officeart/2018/2/layout/IconLabelList"/>
    <dgm:cxn modelId="{4E6E8884-DD2C-4369-A98D-39633B0FED12}" type="presParOf" srcId="{A4656D0E-ED21-4BEF-A05E-4F280115D24E}" destId="{DBFA928C-DE68-403C-B8FF-998504E9BC6C}" srcOrd="0" destOrd="0" presId="urn:microsoft.com/office/officeart/2018/2/layout/IconLabelList"/>
    <dgm:cxn modelId="{D2984075-6EDE-468C-AC35-1754B6079C24}" type="presParOf" srcId="{A4656D0E-ED21-4BEF-A05E-4F280115D24E}" destId="{5A64D191-85D9-4FFA-9CA5-C11A8525DD9A}" srcOrd="1" destOrd="0" presId="urn:microsoft.com/office/officeart/2018/2/layout/IconLabelList"/>
    <dgm:cxn modelId="{FF30C231-717E-4DA1-9878-1A25F4BF0FC7}" type="presParOf" srcId="{A4656D0E-ED21-4BEF-A05E-4F280115D24E}" destId="{242766DA-2DD0-4653-AF17-4771E03151F3}" srcOrd="2" destOrd="0" presId="urn:microsoft.com/office/officeart/2018/2/layout/IconLabelList"/>
    <dgm:cxn modelId="{60B7A4F9-DA5C-43B1-91D7-7F091E04B86B}" type="presParOf" srcId="{BFEAE0CE-B48E-45B9-B467-9C15A0F97526}" destId="{12B61AE2-657B-4E29-BE9F-7E4D0602F4DE}" srcOrd="7" destOrd="0" presId="urn:microsoft.com/office/officeart/2018/2/layout/IconLabelList"/>
    <dgm:cxn modelId="{53A97265-694A-447E-9B3C-2AE160ED919B}" type="presParOf" srcId="{BFEAE0CE-B48E-45B9-B467-9C15A0F97526}" destId="{219A6F4E-717E-4BB0-8EE6-B5CF9BEFE4FC}" srcOrd="8" destOrd="0" presId="urn:microsoft.com/office/officeart/2018/2/layout/IconLabelList"/>
    <dgm:cxn modelId="{ADB49690-DBDE-42C8-8E99-641F593A884D}" type="presParOf" srcId="{219A6F4E-717E-4BB0-8EE6-B5CF9BEFE4FC}" destId="{0AFD1ABC-1F88-43EE-BB17-0D90C6C3B60F}" srcOrd="0" destOrd="0" presId="urn:microsoft.com/office/officeart/2018/2/layout/IconLabelList"/>
    <dgm:cxn modelId="{4DEE6584-173B-4CE2-BB66-68A06EA8FFDA}" type="presParOf" srcId="{219A6F4E-717E-4BB0-8EE6-B5CF9BEFE4FC}" destId="{6C123497-D64F-4015-9E32-259F91788758}" srcOrd="1" destOrd="0" presId="urn:microsoft.com/office/officeart/2018/2/layout/IconLabelList"/>
    <dgm:cxn modelId="{75109E4D-79AA-400F-BA4E-4AE96D3A969B}" type="presParOf" srcId="{219A6F4E-717E-4BB0-8EE6-B5CF9BEFE4FC}" destId="{174DBB4C-E3A5-4D1C-9B67-7867C3D6DDD1}" srcOrd="2" destOrd="0" presId="urn:microsoft.com/office/officeart/2018/2/layout/IconLabelList"/>
    <dgm:cxn modelId="{F8900D56-045C-4958-96BF-ECC96DAC8AAF}" type="presParOf" srcId="{BFEAE0CE-B48E-45B9-B467-9C15A0F97526}" destId="{0655FF7E-F7E9-443A-AA89-B91DB77E1C4A}" srcOrd="9" destOrd="0" presId="urn:microsoft.com/office/officeart/2018/2/layout/IconLabelList"/>
    <dgm:cxn modelId="{A015C9F2-8726-4B2E-9647-0A6BB6D9A636}" type="presParOf" srcId="{BFEAE0CE-B48E-45B9-B467-9C15A0F97526}" destId="{72312B85-81C9-4356-BE61-09075F3FD746}" srcOrd="10" destOrd="0" presId="urn:microsoft.com/office/officeart/2018/2/layout/IconLabelList"/>
    <dgm:cxn modelId="{78EC13A0-F80A-4606-9904-7D22E0BED572}" type="presParOf" srcId="{72312B85-81C9-4356-BE61-09075F3FD746}" destId="{0F9596E3-C42B-4022-B3F7-C1DF3BCCCC9E}" srcOrd="0" destOrd="0" presId="urn:microsoft.com/office/officeart/2018/2/layout/IconLabelList"/>
    <dgm:cxn modelId="{EF4EEAF4-9C5B-4B2C-8E0A-A86E526782BF}" type="presParOf" srcId="{72312B85-81C9-4356-BE61-09075F3FD746}" destId="{41D02ACB-334B-4C9B-B319-283C7026BE66}" srcOrd="1" destOrd="0" presId="urn:microsoft.com/office/officeart/2018/2/layout/IconLabelList"/>
    <dgm:cxn modelId="{CD943E9D-49FB-4235-9BC4-1A34129A71FA}" type="presParOf" srcId="{72312B85-81C9-4356-BE61-09075F3FD746}" destId="{88A61EA2-3A1A-43FD-A66F-E0C9A7813A3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DDFC9E4-9C0E-4237-976E-B1E3EED85E47}" type="doc">
      <dgm:prSet loTypeId="urn:microsoft.com/office/officeart/2005/8/layout/b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CFDB09F-056A-433C-A060-6D749879B037}">
      <dgm:prSet phldrT="[Text]"/>
      <dgm:spPr/>
      <dgm:t>
        <a:bodyPr/>
        <a:lstStyle/>
        <a:p>
          <a:r>
            <a:rPr lang="en-US" b="1" dirty="0"/>
            <a:t>What’s an AI agent:</a:t>
          </a:r>
          <a:endParaRPr lang="en-US" dirty="0"/>
        </a:p>
      </dgm:t>
    </dgm:pt>
    <dgm:pt modelId="{34D7D61D-3104-40E4-855B-9DAEE077F041}" type="parTrans" cxnId="{0FC55782-FAE5-435D-85A1-4B0C4B819840}">
      <dgm:prSet/>
      <dgm:spPr/>
      <dgm:t>
        <a:bodyPr/>
        <a:lstStyle/>
        <a:p>
          <a:endParaRPr lang="en-US"/>
        </a:p>
      </dgm:t>
    </dgm:pt>
    <dgm:pt modelId="{3F0CE18F-6FB5-4964-9136-6A552E7CC339}" type="sibTrans" cxnId="{0FC55782-FAE5-435D-85A1-4B0C4B819840}">
      <dgm:prSet/>
      <dgm:spPr/>
      <dgm:t>
        <a:bodyPr/>
        <a:lstStyle/>
        <a:p>
          <a:endParaRPr lang="en-US"/>
        </a:p>
      </dgm:t>
    </dgm:pt>
    <dgm:pt modelId="{019D0591-D325-485D-96A9-461EC3796FAF}">
      <dgm:prSet/>
      <dgm:spPr/>
      <dgm:t>
        <a:bodyPr/>
        <a:lstStyle/>
        <a:p>
          <a:r>
            <a:rPr lang="en-US" dirty="0"/>
            <a:t>An AI agent is a system that reasons, takes actions using tools, and adapts over time to achieve a goal.</a:t>
          </a:r>
        </a:p>
      </dgm:t>
    </dgm:pt>
    <dgm:pt modelId="{B3B73BBE-A36A-4754-9C8C-6388570C2D68}" type="parTrans" cxnId="{2E7B0C1F-D1CD-4A1C-8B7C-F44BDB5EFD32}">
      <dgm:prSet/>
      <dgm:spPr/>
      <dgm:t>
        <a:bodyPr/>
        <a:lstStyle/>
        <a:p>
          <a:endParaRPr lang="en-US"/>
        </a:p>
      </dgm:t>
    </dgm:pt>
    <dgm:pt modelId="{00D5AC9E-F6F8-4067-BA6B-8A8033F7F444}" type="sibTrans" cxnId="{2E7B0C1F-D1CD-4A1C-8B7C-F44BDB5EFD32}">
      <dgm:prSet/>
      <dgm:spPr/>
      <dgm:t>
        <a:bodyPr/>
        <a:lstStyle/>
        <a:p>
          <a:endParaRPr lang="en-US"/>
        </a:p>
      </dgm:t>
    </dgm:pt>
    <dgm:pt modelId="{B63B2AD2-A605-46BC-853B-924D252B0DED}">
      <dgm:prSet/>
      <dgm:spPr/>
      <dgm:t>
        <a:bodyPr/>
        <a:lstStyle/>
        <a:p>
          <a:r>
            <a:rPr lang="en-US" b="1"/>
            <a:t>Advantage of AI agent:</a:t>
          </a:r>
          <a:endParaRPr lang="en-US" b="1" dirty="0"/>
        </a:p>
      </dgm:t>
    </dgm:pt>
    <dgm:pt modelId="{C0568115-A6E0-487C-A767-9C676DCAEAA3}" type="parTrans" cxnId="{9337A70A-0BBA-4936-8F56-12EAEF18FB98}">
      <dgm:prSet/>
      <dgm:spPr/>
      <dgm:t>
        <a:bodyPr/>
        <a:lstStyle/>
        <a:p>
          <a:endParaRPr lang="en-US"/>
        </a:p>
      </dgm:t>
    </dgm:pt>
    <dgm:pt modelId="{9308D042-0F02-46AB-8293-000EC13208BC}" type="sibTrans" cxnId="{9337A70A-0BBA-4936-8F56-12EAEF18FB98}">
      <dgm:prSet/>
      <dgm:spPr/>
      <dgm:t>
        <a:bodyPr/>
        <a:lstStyle/>
        <a:p>
          <a:endParaRPr lang="en-US"/>
        </a:p>
      </dgm:t>
    </dgm:pt>
    <dgm:pt modelId="{97DA89B9-B393-4798-ADD7-880ECF40070E}">
      <dgm:prSet/>
      <dgm:spPr/>
      <dgm:t>
        <a:bodyPr/>
        <a:lstStyle/>
        <a:p>
          <a:r>
            <a:rPr lang="en-US" dirty="0"/>
            <a:t>Goal-directed autonomy</a:t>
          </a:r>
        </a:p>
      </dgm:t>
    </dgm:pt>
    <dgm:pt modelId="{4FF48227-2BBB-4985-BAAF-5DBFA377AA58}" type="parTrans" cxnId="{DD51319B-E1DD-41DA-B249-CD8F0D46A510}">
      <dgm:prSet/>
      <dgm:spPr/>
      <dgm:t>
        <a:bodyPr/>
        <a:lstStyle/>
        <a:p>
          <a:endParaRPr lang="en-US"/>
        </a:p>
      </dgm:t>
    </dgm:pt>
    <dgm:pt modelId="{588BD943-5DF8-4063-9C7D-9B651E36A27F}" type="sibTrans" cxnId="{DD51319B-E1DD-41DA-B249-CD8F0D46A510}">
      <dgm:prSet/>
      <dgm:spPr/>
      <dgm:t>
        <a:bodyPr/>
        <a:lstStyle/>
        <a:p>
          <a:endParaRPr lang="en-US"/>
        </a:p>
      </dgm:t>
    </dgm:pt>
    <dgm:pt modelId="{6302C3FD-E317-42F1-BA9E-B7537D4D412D}">
      <dgm:prSet/>
      <dgm:spPr/>
      <dgm:t>
        <a:bodyPr/>
        <a:lstStyle/>
        <a:p>
          <a:r>
            <a:rPr lang="en-US"/>
            <a:t>Reasoning + action loop</a:t>
          </a:r>
          <a:endParaRPr lang="en-US" dirty="0"/>
        </a:p>
      </dgm:t>
    </dgm:pt>
    <dgm:pt modelId="{8151D710-1F74-48D2-BCE6-3F7FA2E482A6}" type="parTrans" cxnId="{E6EF688A-FF20-4EAC-872D-E7F51F367D71}">
      <dgm:prSet/>
      <dgm:spPr/>
      <dgm:t>
        <a:bodyPr/>
        <a:lstStyle/>
        <a:p>
          <a:endParaRPr lang="en-US"/>
        </a:p>
      </dgm:t>
    </dgm:pt>
    <dgm:pt modelId="{CDD3402A-084F-41A9-8CE5-7E8BAF446B65}" type="sibTrans" cxnId="{E6EF688A-FF20-4EAC-872D-E7F51F367D71}">
      <dgm:prSet/>
      <dgm:spPr/>
      <dgm:t>
        <a:bodyPr/>
        <a:lstStyle/>
        <a:p>
          <a:endParaRPr lang="en-US"/>
        </a:p>
      </dgm:t>
    </dgm:pt>
    <dgm:pt modelId="{08E7241F-03CC-4985-B752-73E77991C53E}">
      <dgm:prSet/>
      <dgm:spPr/>
      <dgm:t>
        <a:bodyPr/>
        <a:lstStyle/>
        <a:p>
          <a:r>
            <a:rPr lang="en-US"/>
            <a:t>Tool use (beyond text generation)</a:t>
          </a:r>
          <a:endParaRPr lang="en-US" dirty="0"/>
        </a:p>
      </dgm:t>
    </dgm:pt>
    <dgm:pt modelId="{8A43D511-A485-4F75-BAC0-1BBD169B2F8A}" type="parTrans" cxnId="{21C40473-973C-47EA-8CA4-9331D0C3D552}">
      <dgm:prSet/>
      <dgm:spPr/>
      <dgm:t>
        <a:bodyPr/>
        <a:lstStyle/>
        <a:p>
          <a:endParaRPr lang="en-US"/>
        </a:p>
      </dgm:t>
    </dgm:pt>
    <dgm:pt modelId="{DBAFD62D-59AF-4671-9E8A-F8A8F9D7CE6E}" type="sibTrans" cxnId="{21C40473-973C-47EA-8CA4-9331D0C3D552}">
      <dgm:prSet/>
      <dgm:spPr/>
      <dgm:t>
        <a:bodyPr/>
        <a:lstStyle/>
        <a:p>
          <a:endParaRPr lang="en-US"/>
        </a:p>
      </dgm:t>
    </dgm:pt>
    <dgm:pt modelId="{CB06AA2B-B8B2-4474-86C6-189DC40D1981}">
      <dgm:prSet/>
      <dgm:spPr/>
      <dgm:t>
        <a:bodyPr/>
        <a:lstStyle/>
        <a:p>
          <a:r>
            <a:rPr lang="en-US"/>
            <a:t>State and memory</a:t>
          </a:r>
          <a:endParaRPr lang="en-US" dirty="0"/>
        </a:p>
      </dgm:t>
    </dgm:pt>
    <dgm:pt modelId="{8A98BF7A-676D-47C8-8507-56A5AA6C695D}" type="parTrans" cxnId="{0E73C0CF-A78A-41F7-948B-B0549FB1AE5C}">
      <dgm:prSet/>
      <dgm:spPr/>
      <dgm:t>
        <a:bodyPr/>
        <a:lstStyle/>
        <a:p>
          <a:endParaRPr lang="en-US"/>
        </a:p>
      </dgm:t>
    </dgm:pt>
    <dgm:pt modelId="{A87C2B14-F560-42C1-9CBC-43EAFA380CAF}" type="sibTrans" cxnId="{0E73C0CF-A78A-41F7-948B-B0549FB1AE5C}">
      <dgm:prSet/>
      <dgm:spPr/>
      <dgm:t>
        <a:bodyPr/>
        <a:lstStyle/>
        <a:p>
          <a:endParaRPr lang="en-US"/>
        </a:p>
      </dgm:t>
    </dgm:pt>
    <dgm:pt modelId="{C77E8F74-51F5-4DA6-8AF4-DD0FDCF9C2BD}">
      <dgm:prSet/>
      <dgm:spPr/>
      <dgm:t>
        <a:bodyPr/>
        <a:lstStyle/>
        <a:p>
          <a:r>
            <a:rPr lang="en-US"/>
            <a:t>Feedback-driven adaptation</a:t>
          </a:r>
          <a:endParaRPr lang="en-US" dirty="0"/>
        </a:p>
      </dgm:t>
    </dgm:pt>
    <dgm:pt modelId="{00CF3FCC-2C84-4FE3-B6FA-2FD712A925C8}" type="parTrans" cxnId="{312A1821-71A7-4FE0-BDF8-EA4A4D9701F6}">
      <dgm:prSet/>
      <dgm:spPr/>
      <dgm:t>
        <a:bodyPr/>
        <a:lstStyle/>
        <a:p>
          <a:endParaRPr lang="en-US"/>
        </a:p>
      </dgm:t>
    </dgm:pt>
    <dgm:pt modelId="{93E61099-73C4-4EE9-8DE7-21C79100C584}" type="sibTrans" cxnId="{312A1821-71A7-4FE0-BDF8-EA4A4D9701F6}">
      <dgm:prSet/>
      <dgm:spPr/>
      <dgm:t>
        <a:bodyPr/>
        <a:lstStyle/>
        <a:p>
          <a:endParaRPr lang="en-US"/>
        </a:p>
      </dgm:t>
    </dgm:pt>
    <dgm:pt modelId="{FE5053A4-DD6C-4BE2-A2E3-D8BE0EF76C7C}" type="pres">
      <dgm:prSet presAssocID="{0DDFC9E4-9C0E-4237-976E-B1E3EED85E47}" presName="diagram" presStyleCnt="0">
        <dgm:presLayoutVars>
          <dgm:dir/>
          <dgm:animLvl val="lvl"/>
          <dgm:resizeHandles val="exact"/>
        </dgm:presLayoutVars>
      </dgm:prSet>
      <dgm:spPr/>
    </dgm:pt>
    <dgm:pt modelId="{5ED7BA40-39C1-4511-BD0A-71E801A5E7F2}" type="pres">
      <dgm:prSet presAssocID="{ECFDB09F-056A-433C-A060-6D749879B037}" presName="compNode" presStyleCnt="0"/>
      <dgm:spPr/>
    </dgm:pt>
    <dgm:pt modelId="{78AAC944-E10C-4500-B5B3-091CDB487D29}" type="pres">
      <dgm:prSet presAssocID="{ECFDB09F-056A-433C-A060-6D749879B037}" presName="childRect" presStyleLbl="bgAcc1" presStyleIdx="0" presStyleCnt="2">
        <dgm:presLayoutVars>
          <dgm:bulletEnabled val="1"/>
        </dgm:presLayoutVars>
      </dgm:prSet>
      <dgm:spPr/>
    </dgm:pt>
    <dgm:pt modelId="{B0B448C5-0B98-418F-ACA4-47B623651627}" type="pres">
      <dgm:prSet presAssocID="{ECFDB09F-056A-433C-A060-6D749879B037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D39DC291-CC73-4939-8FE7-8E776DBD0E4C}" type="pres">
      <dgm:prSet presAssocID="{ECFDB09F-056A-433C-A060-6D749879B037}" presName="parentRect" presStyleLbl="alignNode1" presStyleIdx="0" presStyleCnt="2"/>
      <dgm:spPr/>
    </dgm:pt>
    <dgm:pt modelId="{F6B35B43-0A37-4E5E-AA61-D97184EE30A2}" type="pres">
      <dgm:prSet presAssocID="{ECFDB09F-056A-433C-A060-6D749879B037}" presName="adorn" presStyleLbl="fgAccFollowNode1" presStyleIdx="0" presStyleCnt="2"/>
      <dgm:spPr>
        <a:blipFill>
          <a:blip xmlns:r="http://schemas.openxmlformats.org/officeDocument/2006/relationships" r:embed="rId1"/>
          <a:srcRect/>
          <a:stretch>
            <a:fillRect l="-25000" r="-25000"/>
          </a:stretch>
        </a:blipFill>
      </dgm:spPr>
    </dgm:pt>
    <dgm:pt modelId="{5FF8CED5-0F3E-476E-8956-C3BDCBD71EA2}" type="pres">
      <dgm:prSet presAssocID="{3F0CE18F-6FB5-4964-9136-6A552E7CC339}" presName="sibTrans" presStyleLbl="sibTrans2D1" presStyleIdx="0" presStyleCnt="0"/>
      <dgm:spPr/>
    </dgm:pt>
    <dgm:pt modelId="{57418AA2-90A1-4E39-ABD0-3E22897DCCC4}" type="pres">
      <dgm:prSet presAssocID="{B63B2AD2-A605-46BC-853B-924D252B0DED}" presName="compNode" presStyleCnt="0"/>
      <dgm:spPr/>
    </dgm:pt>
    <dgm:pt modelId="{5C6CB774-49C3-4BEA-B6E1-93029EBB3ACF}" type="pres">
      <dgm:prSet presAssocID="{B63B2AD2-A605-46BC-853B-924D252B0DED}" presName="childRect" presStyleLbl="bgAcc1" presStyleIdx="1" presStyleCnt="2">
        <dgm:presLayoutVars>
          <dgm:bulletEnabled val="1"/>
        </dgm:presLayoutVars>
      </dgm:prSet>
      <dgm:spPr/>
    </dgm:pt>
    <dgm:pt modelId="{EEF58959-4799-4BE9-8C4B-21B20D3F919E}" type="pres">
      <dgm:prSet presAssocID="{B63B2AD2-A605-46BC-853B-924D252B0DED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9B33F96A-9F3D-4B2B-891D-E8116373931D}" type="pres">
      <dgm:prSet presAssocID="{B63B2AD2-A605-46BC-853B-924D252B0DED}" presName="parentRect" presStyleLbl="alignNode1" presStyleIdx="1" presStyleCnt="2"/>
      <dgm:spPr/>
    </dgm:pt>
    <dgm:pt modelId="{6DF5BE25-9DE2-4FE7-9C0C-5F66F82881A6}" type="pres">
      <dgm:prSet presAssocID="{B63B2AD2-A605-46BC-853B-924D252B0DED}" presName="adorn" presStyleLbl="fgAccFollowNode1" presStyleIdx="1" presStyleCnt="2"/>
      <dgm:spPr>
        <a:blipFill>
          <a:blip xmlns:r="http://schemas.openxmlformats.org/officeDocument/2006/relationships"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lle outline"/>
        </a:ext>
      </dgm:extLst>
    </dgm:pt>
  </dgm:ptLst>
  <dgm:cxnLst>
    <dgm:cxn modelId="{9337A70A-0BBA-4936-8F56-12EAEF18FB98}" srcId="{0DDFC9E4-9C0E-4237-976E-B1E3EED85E47}" destId="{B63B2AD2-A605-46BC-853B-924D252B0DED}" srcOrd="1" destOrd="0" parTransId="{C0568115-A6E0-487C-A767-9C676DCAEAA3}" sibTransId="{9308D042-0F02-46AB-8293-000EC13208BC}"/>
    <dgm:cxn modelId="{7432AF0E-D953-42BC-B974-039A72004A8A}" type="presOf" srcId="{019D0591-D325-485D-96A9-461EC3796FAF}" destId="{78AAC944-E10C-4500-B5B3-091CDB487D29}" srcOrd="0" destOrd="0" presId="urn:microsoft.com/office/officeart/2005/8/layout/bList2"/>
    <dgm:cxn modelId="{FB049815-4080-47E5-8ACF-3B3464D0BC0A}" type="presOf" srcId="{CB06AA2B-B8B2-4474-86C6-189DC40D1981}" destId="{5C6CB774-49C3-4BEA-B6E1-93029EBB3ACF}" srcOrd="0" destOrd="3" presId="urn:microsoft.com/office/officeart/2005/8/layout/bList2"/>
    <dgm:cxn modelId="{2E7B0C1F-D1CD-4A1C-8B7C-F44BDB5EFD32}" srcId="{ECFDB09F-056A-433C-A060-6D749879B037}" destId="{019D0591-D325-485D-96A9-461EC3796FAF}" srcOrd="0" destOrd="0" parTransId="{B3B73BBE-A36A-4754-9C8C-6388570C2D68}" sibTransId="{00D5AC9E-F6F8-4067-BA6B-8A8033F7F444}"/>
    <dgm:cxn modelId="{312A1821-71A7-4FE0-BDF8-EA4A4D9701F6}" srcId="{B63B2AD2-A605-46BC-853B-924D252B0DED}" destId="{C77E8F74-51F5-4DA6-8AF4-DD0FDCF9C2BD}" srcOrd="4" destOrd="0" parTransId="{00CF3FCC-2C84-4FE3-B6FA-2FD712A925C8}" sibTransId="{93E61099-73C4-4EE9-8DE7-21C79100C584}"/>
    <dgm:cxn modelId="{E65B7C42-6DC5-4964-82EC-692A187E3E98}" type="presOf" srcId="{0DDFC9E4-9C0E-4237-976E-B1E3EED85E47}" destId="{FE5053A4-DD6C-4BE2-A2E3-D8BE0EF76C7C}" srcOrd="0" destOrd="0" presId="urn:microsoft.com/office/officeart/2005/8/layout/bList2"/>
    <dgm:cxn modelId="{3313F546-0E37-4BB2-ABA8-F69740A95E33}" type="presOf" srcId="{97DA89B9-B393-4798-ADD7-880ECF40070E}" destId="{5C6CB774-49C3-4BEA-B6E1-93029EBB3ACF}" srcOrd="0" destOrd="0" presId="urn:microsoft.com/office/officeart/2005/8/layout/bList2"/>
    <dgm:cxn modelId="{52ED6C47-55A2-48CF-8753-A04122FC7E95}" type="presOf" srcId="{3F0CE18F-6FB5-4964-9136-6A552E7CC339}" destId="{5FF8CED5-0F3E-476E-8956-C3BDCBD71EA2}" srcOrd="0" destOrd="0" presId="urn:microsoft.com/office/officeart/2005/8/layout/bList2"/>
    <dgm:cxn modelId="{A08A7A6A-7DC1-4F60-AF64-5E438D38F7C5}" type="presOf" srcId="{B63B2AD2-A605-46BC-853B-924D252B0DED}" destId="{9B33F96A-9F3D-4B2B-891D-E8116373931D}" srcOrd="1" destOrd="0" presId="urn:microsoft.com/office/officeart/2005/8/layout/bList2"/>
    <dgm:cxn modelId="{F33FE24A-2874-4F45-BB39-BC40369CD7CA}" type="presOf" srcId="{6302C3FD-E317-42F1-BA9E-B7537D4D412D}" destId="{5C6CB774-49C3-4BEA-B6E1-93029EBB3ACF}" srcOrd="0" destOrd="1" presId="urn:microsoft.com/office/officeart/2005/8/layout/bList2"/>
    <dgm:cxn modelId="{21C40473-973C-47EA-8CA4-9331D0C3D552}" srcId="{B63B2AD2-A605-46BC-853B-924D252B0DED}" destId="{08E7241F-03CC-4985-B752-73E77991C53E}" srcOrd="2" destOrd="0" parTransId="{8A43D511-A485-4F75-BAC0-1BBD169B2F8A}" sibTransId="{DBAFD62D-59AF-4671-9E8A-F8A8F9D7CE6E}"/>
    <dgm:cxn modelId="{0FC55782-FAE5-435D-85A1-4B0C4B819840}" srcId="{0DDFC9E4-9C0E-4237-976E-B1E3EED85E47}" destId="{ECFDB09F-056A-433C-A060-6D749879B037}" srcOrd="0" destOrd="0" parTransId="{34D7D61D-3104-40E4-855B-9DAEE077F041}" sibTransId="{3F0CE18F-6FB5-4964-9136-6A552E7CC339}"/>
    <dgm:cxn modelId="{56250986-529E-4F4C-8662-DD73E142EFDA}" type="presOf" srcId="{B63B2AD2-A605-46BC-853B-924D252B0DED}" destId="{EEF58959-4799-4BE9-8C4B-21B20D3F919E}" srcOrd="0" destOrd="0" presId="urn:microsoft.com/office/officeart/2005/8/layout/bList2"/>
    <dgm:cxn modelId="{E6EF688A-FF20-4EAC-872D-E7F51F367D71}" srcId="{B63B2AD2-A605-46BC-853B-924D252B0DED}" destId="{6302C3FD-E317-42F1-BA9E-B7537D4D412D}" srcOrd="1" destOrd="0" parTransId="{8151D710-1F74-48D2-BCE6-3F7FA2E482A6}" sibTransId="{CDD3402A-084F-41A9-8CE5-7E8BAF446B65}"/>
    <dgm:cxn modelId="{DD51319B-E1DD-41DA-B249-CD8F0D46A510}" srcId="{B63B2AD2-A605-46BC-853B-924D252B0DED}" destId="{97DA89B9-B393-4798-ADD7-880ECF40070E}" srcOrd="0" destOrd="0" parTransId="{4FF48227-2BBB-4985-BAAF-5DBFA377AA58}" sibTransId="{588BD943-5DF8-4063-9C7D-9B651E36A27F}"/>
    <dgm:cxn modelId="{E8A307BB-0830-4BA6-AC9E-D2AC5334265B}" type="presOf" srcId="{ECFDB09F-056A-433C-A060-6D749879B037}" destId="{B0B448C5-0B98-418F-ACA4-47B623651627}" srcOrd="0" destOrd="0" presId="urn:microsoft.com/office/officeart/2005/8/layout/bList2"/>
    <dgm:cxn modelId="{0E73C0CF-A78A-41F7-948B-B0549FB1AE5C}" srcId="{B63B2AD2-A605-46BC-853B-924D252B0DED}" destId="{CB06AA2B-B8B2-4474-86C6-189DC40D1981}" srcOrd="3" destOrd="0" parTransId="{8A98BF7A-676D-47C8-8507-56A5AA6C695D}" sibTransId="{A87C2B14-F560-42C1-9CBC-43EAFA380CAF}"/>
    <dgm:cxn modelId="{F66821E9-9037-4583-9BDD-B876EA1CC264}" type="presOf" srcId="{ECFDB09F-056A-433C-A060-6D749879B037}" destId="{D39DC291-CC73-4939-8FE7-8E776DBD0E4C}" srcOrd="1" destOrd="0" presId="urn:microsoft.com/office/officeart/2005/8/layout/bList2"/>
    <dgm:cxn modelId="{89C2E0EA-C0A8-4CEA-B98B-16E12BA729E1}" type="presOf" srcId="{08E7241F-03CC-4985-B752-73E77991C53E}" destId="{5C6CB774-49C3-4BEA-B6E1-93029EBB3ACF}" srcOrd="0" destOrd="2" presId="urn:microsoft.com/office/officeart/2005/8/layout/bList2"/>
    <dgm:cxn modelId="{8B8268ED-53EF-4DE9-A96E-BAB4D259598D}" type="presOf" srcId="{C77E8F74-51F5-4DA6-8AF4-DD0FDCF9C2BD}" destId="{5C6CB774-49C3-4BEA-B6E1-93029EBB3ACF}" srcOrd="0" destOrd="4" presId="urn:microsoft.com/office/officeart/2005/8/layout/bList2"/>
    <dgm:cxn modelId="{DAAEFDEC-408E-4075-8619-32F6EEDDF65B}" type="presParOf" srcId="{FE5053A4-DD6C-4BE2-A2E3-D8BE0EF76C7C}" destId="{5ED7BA40-39C1-4511-BD0A-71E801A5E7F2}" srcOrd="0" destOrd="0" presId="urn:microsoft.com/office/officeart/2005/8/layout/bList2"/>
    <dgm:cxn modelId="{072E6AEA-3396-44CC-856D-BC508538A4E4}" type="presParOf" srcId="{5ED7BA40-39C1-4511-BD0A-71E801A5E7F2}" destId="{78AAC944-E10C-4500-B5B3-091CDB487D29}" srcOrd="0" destOrd="0" presId="urn:microsoft.com/office/officeart/2005/8/layout/bList2"/>
    <dgm:cxn modelId="{4E12803D-3B1E-4123-97A8-EC48E0146D9E}" type="presParOf" srcId="{5ED7BA40-39C1-4511-BD0A-71E801A5E7F2}" destId="{B0B448C5-0B98-418F-ACA4-47B623651627}" srcOrd="1" destOrd="0" presId="urn:microsoft.com/office/officeart/2005/8/layout/bList2"/>
    <dgm:cxn modelId="{DB3C5D10-A53E-4422-BA8F-C9B6918E7992}" type="presParOf" srcId="{5ED7BA40-39C1-4511-BD0A-71E801A5E7F2}" destId="{D39DC291-CC73-4939-8FE7-8E776DBD0E4C}" srcOrd="2" destOrd="0" presId="urn:microsoft.com/office/officeart/2005/8/layout/bList2"/>
    <dgm:cxn modelId="{4E234367-8A4F-4A1D-AFAA-CD5AAF02627F}" type="presParOf" srcId="{5ED7BA40-39C1-4511-BD0A-71E801A5E7F2}" destId="{F6B35B43-0A37-4E5E-AA61-D97184EE30A2}" srcOrd="3" destOrd="0" presId="urn:microsoft.com/office/officeart/2005/8/layout/bList2"/>
    <dgm:cxn modelId="{8B1C8528-CB94-4488-8346-6CEAAD2F91D9}" type="presParOf" srcId="{FE5053A4-DD6C-4BE2-A2E3-D8BE0EF76C7C}" destId="{5FF8CED5-0F3E-476E-8956-C3BDCBD71EA2}" srcOrd="1" destOrd="0" presId="urn:microsoft.com/office/officeart/2005/8/layout/bList2"/>
    <dgm:cxn modelId="{C5B1EDDF-9537-429B-BD1A-C2D2304EBB66}" type="presParOf" srcId="{FE5053A4-DD6C-4BE2-A2E3-D8BE0EF76C7C}" destId="{57418AA2-90A1-4E39-ABD0-3E22897DCCC4}" srcOrd="2" destOrd="0" presId="urn:microsoft.com/office/officeart/2005/8/layout/bList2"/>
    <dgm:cxn modelId="{86B1C8B9-9AA2-4918-91BA-EAB07CB2E57B}" type="presParOf" srcId="{57418AA2-90A1-4E39-ABD0-3E22897DCCC4}" destId="{5C6CB774-49C3-4BEA-B6E1-93029EBB3ACF}" srcOrd="0" destOrd="0" presId="urn:microsoft.com/office/officeart/2005/8/layout/bList2"/>
    <dgm:cxn modelId="{C0FCE5CD-378E-46C7-9F38-D21BACB410E1}" type="presParOf" srcId="{57418AA2-90A1-4E39-ABD0-3E22897DCCC4}" destId="{EEF58959-4799-4BE9-8C4B-21B20D3F919E}" srcOrd="1" destOrd="0" presId="urn:microsoft.com/office/officeart/2005/8/layout/bList2"/>
    <dgm:cxn modelId="{CF9E8949-A31E-4AF3-9BF3-131965D4162E}" type="presParOf" srcId="{57418AA2-90A1-4E39-ABD0-3E22897DCCC4}" destId="{9B33F96A-9F3D-4B2B-891D-E8116373931D}" srcOrd="2" destOrd="0" presId="urn:microsoft.com/office/officeart/2005/8/layout/bList2"/>
    <dgm:cxn modelId="{43E20B9D-889E-40A5-9280-21B70EE96F36}" type="presParOf" srcId="{57418AA2-90A1-4E39-ABD0-3E22897DCCC4}" destId="{6DF5BE25-9DE2-4FE7-9C0C-5F66F82881A6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065D0DC-89CF-41AB-8018-9D4F9BE8C73D}" type="doc">
      <dgm:prSet loTypeId="urn:microsoft.com/office/officeart/2005/8/layout/hierarchy1" loCatId="hierarchy" qsTypeId="urn:microsoft.com/office/officeart/2005/8/quickstyle/simple1" qsCatId="simple" csTypeId="urn:microsoft.com/office/officeart/2005/8/colors/accent5_1" csCatId="accent5" phldr="1"/>
      <dgm:spPr/>
      <dgm:t>
        <a:bodyPr/>
        <a:lstStyle/>
        <a:p>
          <a:endParaRPr lang="en-US"/>
        </a:p>
      </dgm:t>
    </dgm:pt>
    <dgm:pt modelId="{805C7164-1470-4E37-851F-91C8D90D3EAC}">
      <dgm:prSet/>
      <dgm:spPr/>
      <dgm:t>
        <a:bodyPr/>
        <a:lstStyle/>
        <a:p>
          <a:r>
            <a:rPr lang="en-US" dirty="0"/>
            <a:t>Privacy protection</a:t>
          </a:r>
        </a:p>
      </dgm:t>
    </dgm:pt>
    <dgm:pt modelId="{C0499EE1-B231-4DED-A3F4-7488D83BFD80}" type="parTrans" cxnId="{FF6AC674-E115-4C9D-AA6C-B1DB1D2CC236}">
      <dgm:prSet/>
      <dgm:spPr/>
      <dgm:t>
        <a:bodyPr/>
        <a:lstStyle/>
        <a:p>
          <a:endParaRPr lang="en-US"/>
        </a:p>
      </dgm:t>
    </dgm:pt>
    <dgm:pt modelId="{BEA584F4-E773-43E1-A0BA-774D1F3ABC4F}" type="sibTrans" cxnId="{FF6AC674-E115-4C9D-AA6C-B1DB1D2CC236}">
      <dgm:prSet/>
      <dgm:spPr/>
      <dgm:t>
        <a:bodyPr/>
        <a:lstStyle/>
        <a:p>
          <a:endParaRPr lang="en-US"/>
        </a:p>
      </dgm:t>
    </dgm:pt>
    <dgm:pt modelId="{D0CE48E3-6854-4F34-B6C1-765821420ED8}">
      <dgm:prSet/>
      <dgm:spPr/>
      <dgm:t>
        <a:bodyPr/>
        <a:lstStyle/>
        <a:p>
          <a:r>
            <a:rPr lang="en-US" dirty="0"/>
            <a:t>Bias &amp; safety enforcement</a:t>
          </a:r>
        </a:p>
      </dgm:t>
    </dgm:pt>
    <dgm:pt modelId="{8F32734C-23F6-4F82-9F3B-A617F4625226}" type="parTrans" cxnId="{04054E18-8D17-4A1D-9078-7F386B3B1229}">
      <dgm:prSet/>
      <dgm:spPr/>
      <dgm:t>
        <a:bodyPr/>
        <a:lstStyle/>
        <a:p>
          <a:endParaRPr lang="en-US"/>
        </a:p>
      </dgm:t>
    </dgm:pt>
    <dgm:pt modelId="{87A963F4-A0FB-4AD1-A492-5232F164D8F7}" type="sibTrans" cxnId="{04054E18-8D17-4A1D-9078-7F386B3B1229}">
      <dgm:prSet/>
      <dgm:spPr/>
      <dgm:t>
        <a:bodyPr/>
        <a:lstStyle/>
        <a:p>
          <a:endParaRPr lang="en-US"/>
        </a:p>
      </dgm:t>
    </dgm:pt>
    <dgm:pt modelId="{A1D00A22-1EE9-477A-BB45-E755A67AD3AA}">
      <dgm:prSet/>
      <dgm:spPr/>
      <dgm:t>
        <a:bodyPr/>
        <a:lstStyle/>
        <a:p>
          <a:r>
            <a:rPr lang="en-US" dirty="0"/>
            <a:t>Hallucination detection</a:t>
          </a:r>
        </a:p>
      </dgm:t>
    </dgm:pt>
    <dgm:pt modelId="{7055E40B-DC9C-4566-A098-D4995620B402}" type="parTrans" cxnId="{C32B644A-7312-4A39-9C63-57E0E60E925C}">
      <dgm:prSet/>
      <dgm:spPr/>
      <dgm:t>
        <a:bodyPr/>
        <a:lstStyle/>
        <a:p>
          <a:endParaRPr lang="en-US"/>
        </a:p>
      </dgm:t>
    </dgm:pt>
    <dgm:pt modelId="{DF3BAA96-1390-489A-9EBF-D785BEBF942B}" type="sibTrans" cxnId="{C32B644A-7312-4A39-9C63-57E0E60E925C}">
      <dgm:prSet/>
      <dgm:spPr/>
      <dgm:t>
        <a:bodyPr/>
        <a:lstStyle/>
        <a:p>
          <a:endParaRPr lang="en-US"/>
        </a:p>
      </dgm:t>
    </dgm:pt>
    <dgm:pt modelId="{6E45A5E8-DA86-45ED-8ACE-9CF0A4FA9984}" type="pres">
      <dgm:prSet presAssocID="{8065D0DC-89CF-41AB-8018-9D4F9BE8C73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2D8A075-D23C-4423-BF9D-C36048C63F77}" type="pres">
      <dgm:prSet presAssocID="{805C7164-1470-4E37-851F-91C8D90D3EAC}" presName="hierRoot1" presStyleCnt="0"/>
      <dgm:spPr/>
    </dgm:pt>
    <dgm:pt modelId="{8DC4B58D-8701-435C-8901-E00B19062EE9}" type="pres">
      <dgm:prSet presAssocID="{805C7164-1470-4E37-851F-91C8D90D3EAC}" presName="composite" presStyleCnt="0"/>
      <dgm:spPr/>
    </dgm:pt>
    <dgm:pt modelId="{4BD9E81C-C9A6-4F76-A598-C87D5E2A36D4}" type="pres">
      <dgm:prSet presAssocID="{805C7164-1470-4E37-851F-91C8D90D3EAC}" presName="background" presStyleLbl="node0" presStyleIdx="0" presStyleCnt="3"/>
      <dgm:spPr/>
    </dgm:pt>
    <dgm:pt modelId="{54DAD994-1B64-4EA2-96AB-CCCFCB0B9745}" type="pres">
      <dgm:prSet presAssocID="{805C7164-1470-4E37-851F-91C8D90D3EAC}" presName="text" presStyleLbl="fgAcc0" presStyleIdx="0" presStyleCnt="3">
        <dgm:presLayoutVars>
          <dgm:chPref val="3"/>
        </dgm:presLayoutVars>
      </dgm:prSet>
      <dgm:spPr/>
    </dgm:pt>
    <dgm:pt modelId="{01F0F5A1-D471-4C9B-9FCA-5E64D298D9FA}" type="pres">
      <dgm:prSet presAssocID="{805C7164-1470-4E37-851F-91C8D90D3EAC}" presName="hierChild2" presStyleCnt="0"/>
      <dgm:spPr/>
    </dgm:pt>
    <dgm:pt modelId="{9515DCAF-B169-40FB-82A0-F7ADE8D54FDE}" type="pres">
      <dgm:prSet presAssocID="{D0CE48E3-6854-4F34-B6C1-765821420ED8}" presName="hierRoot1" presStyleCnt="0"/>
      <dgm:spPr/>
    </dgm:pt>
    <dgm:pt modelId="{89B71739-70C7-4449-986D-13953DF37384}" type="pres">
      <dgm:prSet presAssocID="{D0CE48E3-6854-4F34-B6C1-765821420ED8}" presName="composite" presStyleCnt="0"/>
      <dgm:spPr/>
    </dgm:pt>
    <dgm:pt modelId="{76CD22B3-9E82-4026-8D95-DBC87DC2D110}" type="pres">
      <dgm:prSet presAssocID="{D0CE48E3-6854-4F34-B6C1-765821420ED8}" presName="background" presStyleLbl="node0" presStyleIdx="1" presStyleCnt="3"/>
      <dgm:spPr/>
    </dgm:pt>
    <dgm:pt modelId="{9F22E68F-6817-4531-81C5-A4E2C0174334}" type="pres">
      <dgm:prSet presAssocID="{D0CE48E3-6854-4F34-B6C1-765821420ED8}" presName="text" presStyleLbl="fgAcc0" presStyleIdx="1" presStyleCnt="3">
        <dgm:presLayoutVars>
          <dgm:chPref val="3"/>
        </dgm:presLayoutVars>
      </dgm:prSet>
      <dgm:spPr/>
    </dgm:pt>
    <dgm:pt modelId="{0067F305-0C14-4530-8B19-908781E39B0C}" type="pres">
      <dgm:prSet presAssocID="{D0CE48E3-6854-4F34-B6C1-765821420ED8}" presName="hierChild2" presStyleCnt="0"/>
      <dgm:spPr/>
    </dgm:pt>
    <dgm:pt modelId="{F2363643-1C44-4E3F-8579-30C97BCA58A5}" type="pres">
      <dgm:prSet presAssocID="{A1D00A22-1EE9-477A-BB45-E755A67AD3AA}" presName="hierRoot1" presStyleCnt="0"/>
      <dgm:spPr/>
    </dgm:pt>
    <dgm:pt modelId="{F36CF81A-EC6D-4ECD-A39B-F672D86274DA}" type="pres">
      <dgm:prSet presAssocID="{A1D00A22-1EE9-477A-BB45-E755A67AD3AA}" presName="composite" presStyleCnt="0"/>
      <dgm:spPr/>
    </dgm:pt>
    <dgm:pt modelId="{8B9E6C2D-B01C-411B-B01A-005729065092}" type="pres">
      <dgm:prSet presAssocID="{A1D00A22-1EE9-477A-BB45-E755A67AD3AA}" presName="background" presStyleLbl="node0" presStyleIdx="2" presStyleCnt="3"/>
      <dgm:spPr/>
    </dgm:pt>
    <dgm:pt modelId="{3D098829-33B5-4C4D-A336-C4B95095AB55}" type="pres">
      <dgm:prSet presAssocID="{A1D00A22-1EE9-477A-BB45-E755A67AD3AA}" presName="text" presStyleLbl="fgAcc0" presStyleIdx="2" presStyleCnt="3">
        <dgm:presLayoutVars>
          <dgm:chPref val="3"/>
        </dgm:presLayoutVars>
      </dgm:prSet>
      <dgm:spPr/>
    </dgm:pt>
    <dgm:pt modelId="{324B7A91-BD2D-4752-B9FB-7EE1877874AE}" type="pres">
      <dgm:prSet presAssocID="{A1D00A22-1EE9-477A-BB45-E755A67AD3AA}" presName="hierChild2" presStyleCnt="0"/>
      <dgm:spPr/>
    </dgm:pt>
  </dgm:ptLst>
  <dgm:cxnLst>
    <dgm:cxn modelId="{04054E18-8D17-4A1D-9078-7F386B3B1229}" srcId="{8065D0DC-89CF-41AB-8018-9D4F9BE8C73D}" destId="{D0CE48E3-6854-4F34-B6C1-765821420ED8}" srcOrd="1" destOrd="0" parTransId="{8F32734C-23F6-4F82-9F3B-A617F4625226}" sibTransId="{87A963F4-A0FB-4AD1-A492-5232F164D8F7}"/>
    <dgm:cxn modelId="{872F0E30-50D2-4980-9C1C-59CA291CA4DD}" type="presOf" srcId="{A1D00A22-1EE9-477A-BB45-E755A67AD3AA}" destId="{3D098829-33B5-4C4D-A336-C4B95095AB55}" srcOrd="0" destOrd="0" presId="urn:microsoft.com/office/officeart/2005/8/layout/hierarchy1"/>
    <dgm:cxn modelId="{C32B644A-7312-4A39-9C63-57E0E60E925C}" srcId="{8065D0DC-89CF-41AB-8018-9D4F9BE8C73D}" destId="{A1D00A22-1EE9-477A-BB45-E755A67AD3AA}" srcOrd="2" destOrd="0" parTransId="{7055E40B-DC9C-4566-A098-D4995620B402}" sibTransId="{DF3BAA96-1390-489A-9EBF-D785BEBF942B}"/>
    <dgm:cxn modelId="{E291524A-D896-4749-9E4A-36E049CFFF1F}" type="presOf" srcId="{D0CE48E3-6854-4F34-B6C1-765821420ED8}" destId="{9F22E68F-6817-4531-81C5-A4E2C0174334}" srcOrd="0" destOrd="0" presId="urn:microsoft.com/office/officeart/2005/8/layout/hierarchy1"/>
    <dgm:cxn modelId="{FF6AC674-E115-4C9D-AA6C-B1DB1D2CC236}" srcId="{8065D0DC-89CF-41AB-8018-9D4F9BE8C73D}" destId="{805C7164-1470-4E37-851F-91C8D90D3EAC}" srcOrd="0" destOrd="0" parTransId="{C0499EE1-B231-4DED-A3F4-7488D83BFD80}" sibTransId="{BEA584F4-E773-43E1-A0BA-774D1F3ABC4F}"/>
    <dgm:cxn modelId="{78D6D1A4-2AF2-4DC1-8EA9-1D368E383B1B}" type="presOf" srcId="{8065D0DC-89CF-41AB-8018-9D4F9BE8C73D}" destId="{6E45A5E8-DA86-45ED-8ACE-9CF0A4FA9984}" srcOrd="0" destOrd="0" presId="urn:microsoft.com/office/officeart/2005/8/layout/hierarchy1"/>
    <dgm:cxn modelId="{033ED1E3-BD3D-4870-B848-9D205AAF3919}" type="presOf" srcId="{805C7164-1470-4E37-851F-91C8D90D3EAC}" destId="{54DAD994-1B64-4EA2-96AB-CCCFCB0B9745}" srcOrd="0" destOrd="0" presId="urn:microsoft.com/office/officeart/2005/8/layout/hierarchy1"/>
    <dgm:cxn modelId="{61BA6A4A-A67A-40BE-A20D-0B6A0670FDBE}" type="presParOf" srcId="{6E45A5E8-DA86-45ED-8ACE-9CF0A4FA9984}" destId="{B2D8A075-D23C-4423-BF9D-C36048C63F77}" srcOrd="0" destOrd="0" presId="urn:microsoft.com/office/officeart/2005/8/layout/hierarchy1"/>
    <dgm:cxn modelId="{7F325334-03C3-4ACA-BF2E-48E57E645434}" type="presParOf" srcId="{B2D8A075-D23C-4423-BF9D-C36048C63F77}" destId="{8DC4B58D-8701-435C-8901-E00B19062EE9}" srcOrd="0" destOrd="0" presId="urn:microsoft.com/office/officeart/2005/8/layout/hierarchy1"/>
    <dgm:cxn modelId="{A8CF4AF7-0478-40A3-B064-54195FDFDB8F}" type="presParOf" srcId="{8DC4B58D-8701-435C-8901-E00B19062EE9}" destId="{4BD9E81C-C9A6-4F76-A598-C87D5E2A36D4}" srcOrd="0" destOrd="0" presId="urn:microsoft.com/office/officeart/2005/8/layout/hierarchy1"/>
    <dgm:cxn modelId="{C868D1B3-53D6-44FF-8FB7-ABFE5B6ADA6F}" type="presParOf" srcId="{8DC4B58D-8701-435C-8901-E00B19062EE9}" destId="{54DAD994-1B64-4EA2-96AB-CCCFCB0B9745}" srcOrd="1" destOrd="0" presId="urn:microsoft.com/office/officeart/2005/8/layout/hierarchy1"/>
    <dgm:cxn modelId="{134F0928-3A06-4CF5-9CF1-69B24857E71E}" type="presParOf" srcId="{B2D8A075-D23C-4423-BF9D-C36048C63F77}" destId="{01F0F5A1-D471-4C9B-9FCA-5E64D298D9FA}" srcOrd="1" destOrd="0" presId="urn:microsoft.com/office/officeart/2005/8/layout/hierarchy1"/>
    <dgm:cxn modelId="{1ED0C848-5172-43D5-AED5-27E8A85FB146}" type="presParOf" srcId="{6E45A5E8-DA86-45ED-8ACE-9CF0A4FA9984}" destId="{9515DCAF-B169-40FB-82A0-F7ADE8D54FDE}" srcOrd="1" destOrd="0" presId="urn:microsoft.com/office/officeart/2005/8/layout/hierarchy1"/>
    <dgm:cxn modelId="{7B5566E1-E033-4DF9-A9F9-146A2215EAE7}" type="presParOf" srcId="{9515DCAF-B169-40FB-82A0-F7ADE8D54FDE}" destId="{89B71739-70C7-4449-986D-13953DF37384}" srcOrd="0" destOrd="0" presId="urn:microsoft.com/office/officeart/2005/8/layout/hierarchy1"/>
    <dgm:cxn modelId="{73050412-E6FC-493C-A768-995E8941F1BC}" type="presParOf" srcId="{89B71739-70C7-4449-986D-13953DF37384}" destId="{76CD22B3-9E82-4026-8D95-DBC87DC2D110}" srcOrd="0" destOrd="0" presId="urn:microsoft.com/office/officeart/2005/8/layout/hierarchy1"/>
    <dgm:cxn modelId="{41A25C98-57B1-4E4D-AEEF-1839FA6281D7}" type="presParOf" srcId="{89B71739-70C7-4449-986D-13953DF37384}" destId="{9F22E68F-6817-4531-81C5-A4E2C0174334}" srcOrd="1" destOrd="0" presId="urn:microsoft.com/office/officeart/2005/8/layout/hierarchy1"/>
    <dgm:cxn modelId="{12BE2413-4665-4322-A1B8-0BEBCA9AC2E5}" type="presParOf" srcId="{9515DCAF-B169-40FB-82A0-F7ADE8D54FDE}" destId="{0067F305-0C14-4530-8B19-908781E39B0C}" srcOrd="1" destOrd="0" presId="urn:microsoft.com/office/officeart/2005/8/layout/hierarchy1"/>
    <dgm:cxn modelId="{E655B63F-55A0-46FC-BB4F-E377D861D30F}" type="presParOf" srcId="{6E45A5E8-DA86-45ED-8ACE-9CF0A4FA9984}" destId="{F2363643-1C44-4E3F-8579-30C97BCA58A5}" srcOrd="2" destOrd="0" presId="urn:microsoft.com/office/officeart/2005/8/layout/hierarchy1"/>
    <dgm:cxn modelId="{254D7D0D-6384-4D02-A176-855EAB5A79F7}" type="presParOf" srcId="{F2363643-1C44-4E3F-8579-30C97BCA58A5}" destId="{F36CF81A-EC6D-4ECD-A39B-F672D86274DA}" srcOrd="0" destOrd="0" presId="urn:microsoft.com/office/officeart/2005/8/layout/hierarchy1"/>
    <dgm:cxn modelId="{D249CB4F-DFAA-4866-8D2D-FAB72D6E94F0}" type="presParOf" srcId="{F36CF81A-EC6D-4ECD-A39B-F672D86274DA}" destId="{8B9E6C2D-B01C-411B-B01A-005729065092}" srcOrd="0" destOrd="0" presId="urn:microsoft.com/office/officeart/2005/8/layout/hierarchy1"/>
    <dgm:cxn modelId="{F3CF3D75-C1DD-4307-A9E2-368C139F0991}" type="presParOf" srcId="{F36CF81A-EC6D-4ECD-A39B-F672D86274DA}" destId="{3D098829-33B5-4C4D-A336-C4B95095AB55}" srcOrd="1" destOrd="0" presId="urn:microsoft.com/office/officeart/2005/8/layout/hierarchy1"/>
    <dgm:cxn modelId="{22D2E828-288C-4B9E-ACE4-639B314072A4}" type="presParOf" srcId="{F2363643-1C44-4E3F-8579-30C97BCA58A5}" destId="{324B7A91-BD2D-4752-B9FB-7EE1877874A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3F35B9-F2B1-46A5-89A9-41C86D5F5B35}">
      <dsp:nvSpPr>
        <dsp:cNvPr id="0" name=""/>
        <dsp:cNvSpPr/>
      </dsp:nvSpPr>
      <dsp:spPr>
        <a:xfrm>
          <a:off x="663" y="126084"/>
          <a:ext cx="2588435" cy="155306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Manual, feature-specific evaluation cannot scale to Apple’s global, fast-moving AI ecosystem.</a:t>
          </a:r>
        </a:p>
      </dsp:txBody>
      <dsp:txXfrm>
        <a:off x="663" y="126084"/>
        <a:ext cx="2588435" cy="1553061"/>
      </dsp:txXfrm>
    </dsp:sp>
    <dsp:sp modelId="{371D07FF-856E-473A-AC76-E98DB7234D10}">
      <dsp:nvSpPr>
        <dsp:cNvPr id="0" name=""/>
        <dsp:cNvSpPr/>
      </dsp:nvSpPr>
      <dsp:spPr>
        <a:xfrm>
          <a:off x="2847942" y="126084"/>
          <a:ext cx="2588435" cy="155306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At this scale, evaluation must be treated as core platform infrastructure rather than downstream QA.</a:t>
          </a:r>
          <a:endParaRPr lang="en-US" sz="2000" kern="1200" dirty="0"/>
        </a:p>
      </dsp:txBody>
      <dsp:txXfrm>
        <a:off x="2847942" y="126084"/>
        <a:ext cx="2588435" cy="1553061"/>
      </dsp:txXfrm>
    </dsp:sp>
    <dsp:sp modelId="{FB2AC923-2FC5-417A-9DC5-FC64DB91B475}">
      <dsp:nvSpPr>
        <dsp:cNvPr id="0" name=""/>
        <dsp:cNvSpPr/>
      </dsp:nvSpPr>
      <dsp:spPr>
        <a:xfrm>
          <a:off x="663" y="1937989"/>
          <a:ext cx="2588435" cy="155306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LLM-as-judge improves throughput but fails without prompt governance, leading to drift and inconsistency.</a:t>
          </a:r>
          <a:endParaRPr lang="en-US" sz="2000" kern="1200" dirty="0"/>
        </a:p>
      </dsp:txBody>
      <dsp:txXfrm>
        <a:off x="663" y="1937989"/>
        <a:ext cx="2588435" cy="1553061"/>
      </dsp:txXfrm>
    </dsp:sp>
    <dsp:sp modelId="{9A7B96CE-5B44-49B3-93B3-1940E4FF6EF3}">
      <dsp:nvSpPr>
        <dsp:cNvPr id="0" name=""/>
        <dsp:cNvSpPr/>
      </dsp:nvSpPr>
      <dsp:spPr>
        <a:xfrm>
          <a:off x="2847942" y="1937989"/>
          <a:ext cx="2588435" cy="155306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The true bottleneck is the absence of a governed evaluation layer, not a lack of evaluators.</a:t>
          </a:r>
          <a:endParaRPr lang="en-US" sz="2000" kern="1200" dirty="0"/>
        </a:p>
      </dsp:txBody>
      <dsp:txXfrm>
        <a:off x="2847942" y="1937989"/>
        <a:ext cx="2588435" cy="155306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096B83-CCD6-4991-ACB0-6AD8B594BFFE}">
      <dsp:nvSpPr>
        <dsp:cNvPr id="0" name=""/>
        <dsp:cNvSpPr/>
      </dsp:nvSpPr>
      <dsp:spPr>
        <a:xfrm>
          <a:off x="653117" y="305"/>
          <a:ext cx="1850755" cy="11752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1A2F1D-91C8-4DC2-B4F4-A302B8E0708F}">
      <dsp:nvSpPr>
        <dsp:cNvPr id="0" name=""/>
        <dsp:cNvSpPr/>
      </dsp:nvSpPr>
      <dsp:spPr>
        <a:xfrm>
          <a:off x="858756" y="195662"/>
          <a:ext cx="1850755" cy="117522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Quality is task- and risk-specific, requiring taxonomy-driven evaluation.</a:t>
          </a:r>
        </a:p>
      </dsp:txBody>
      <dsp:txXfrm>
        <a:off x="893177" y="230083"/>
        <a:ext cx="1781913" cy="1106387"/>
      </dsp:txXfrm>
    </dsp:sp>
    <dsp:sp modelId="{3DC1AD3D-6962-40E3-A6FC-000616F7AE3F}">
      <dsp:nvSpPr>
        <dsp:cNvPr id="0" name=""/>
        <dsp:cNvSpPr/>
      </dsp:nvSpPr>
      <dsp:spPr>
        <a:xfrm>
          <a:off x="2915152" y="305"/>
          <a:ext cx="1850755" cy="11752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BCA493-956F-4DE8-9F74-DC0EEB19AB43}">
      <dsp:nvSpPr>
        <dsp:cNvPr id="0" name=""/>
        <dsp:cNvSpPr/>
      </dsp:nvSpPr>
      <dsp:spPr>
        <a:xfrm>
          <a:off x="3120791" y="195662"/>
          <a:ext cx="1850755" cy="117522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Taxonomy governs valid metrics, risks, and evaluation semantics.</a:t>
          </a:r>
        </a:p>
      </dsp:txBody>
      <dsp:txXfrm>
        <a:off x="3155212" y="230083"/>
        <a:ext cx="1781913" cy="1106387"/>
      </dsp:txXfrm>
    </dsp:sp>
    <dsp:sp modelId="{E8908E68-334E-4113-A677-C52E967CCEC6}">
      <dsp:nvSpPr>
        <dsp:cNvPr id="0" name=""/>
        <dsp:cNvSpPr/>
      </dsp:nvSpPr>
      <dsp:spPr>
        <a:xfrm>
          <a:off x="5177187" y="305"/>
          <a:ext cx="1850755" cy="11752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E05706-CB5F-44CA-AA48-B633F8C51AFE}">
      <dsp:nvSpPr>
        <dsp:cNvPr id="0" name=""/>
        <dsp:cNvSpPr/>
      </dsp:nvSpPr>
      <dsp:spPr>
        <a:xfrm>
          <a:off x="5382826" y="195662"/>
          <a:ext cx="1850755" cy="117522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Metrics evolve under human governance with controlled versioning.</a:t>
          </a:r>
        </a:p>
      </dsp:txBody>
      <dsp:txXfrm>
        <a:off x="5417247" y="230083"/>
        <a:ext cx="1781913" cy="110638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28507A-C2F7-45D5-8E32-8EE614F79EF4}">
      <dsp:nvSpPr>
        <dsp:cNvPr id="0" name=""/>
        <dsp:cNvSpPr/>
      </dsp:nvSpPr>
      <dsp:spPr>
        <a:xfrm>
          <a:off x="917260" y="110595"/>
          <a:ext cx="399067" cy="39906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51C0D6-D0BC-4687-B387-5E7AB81ECD45}">
      <dsp:nvSpPr>
        <dsp:cNvPr id="0" name=""/>
        <dsp:cNvSpPr/>
      </dsp:nvSpPr>
      <dsp:spPr>
        <a:xfrm>
          <a:off x="673385" y="642762"/>
          <a:ext cx="886816" cy="354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1. Feature metadata</a:t>
          </a:r>
        </a:p>
      </dsp:txBody>
      <dsp:txXfrm>
        <a:off x="673385" y="642762"/>
        <a:ext cx="886816" cy="354726"/>
      </dsp:txXfrm>
    </dsp:sp>
    <dsp:sp modelId="{6D2BA5C8-C0DE-441A-8607-31BB74F164F9}">
      <dsp:nvSpPr>
        <dsp:cNvPr id="0" name=""/>
        <dsp:cNvSpPr/>
      </dsp:nvSpPr>
      <dsp:spPr>
        <a:xfrm>
          <a:off x="1959269" y="110595"/>
          <a:ext cx="399067" cy="39906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1B6E37-8CC6-40FF-9C8E-B7AA54E95616}">
      <dsp:nvSpPr>
        <dsp:cNvPr id="0" name=""/>
        <dsp:cNvSpPr/>
      </dsp:nvSpPr>
      <dsp:spPr>
        <a:xfrm>
          <a:off x="1715394" y="642762"/>
          <a:ext cx="886816" cy="354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2. Category &amp; locale resolution</a:t>
          </a:r>
        </a:p>
      </dsp:txBody>
      <dsp:txXfrm>
        <a:off x="1715394" y="642762"/>
        <a:ext cx="886816" cy="354726"/>
      </dsp:txXfrm>
    </dsp:sp>
    <dsp:sp modelId="{AA164247-E284-4C67-89DC-A2CABCF83980}">
      <dsp:nvSpPr>
        <dsp:cNvPr id="0" name=""/>
        <dsp:cNvSpPr/>
      </dsp:nvSpPr>
      <dsp:spPr>
        <a:xfrm>
          <a:off x="3001278" y="110595"/>
          <a:ext cx="399067" cy="39906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10F58-25B6-477D-9DB7-F045CB59D0D3}">
      <dsp:nvSpPr>
        <dsp:cNvPr id="0" name=""/>
        <dsp:cNvSpPr/>
      </dsp:nvSpPr>
      <dsp:spPr>
        <a:xfrm>
          <a:off x="2757404" y="642762"/>
          <a:ext cx="886816" cy="354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3. Metric selection</a:t>
          </a:r>
        </a:p>
      </dsp:txBody>
      <dsp:txXfrm>
        <a:off x="2757404" y="642762"/>
        <a:ext cx="886816" cy="354726"/>
      </dsp:txXfrm>
    </dsp:sp>
    <dsp:sp modelId="{DBFA928C-DE68-403C-B8FF-998504E9BC6C}">
      <dsp:nvSpPr>
        <dsp:cNvPr id="0" name=""/>
        <dsp:cNvSpPr/>
      </dsp:nvSpPr>
      <dsp:spPr>
        <a:xfrm>
          <a:off x="4043287" y="110595"/>
          <a:ext cx="399067" cy="39906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2766DA-2DD0-4653-AF17-4771E03151F3}">
      <dsp:nvSpPr>
        <dsp:cNvPr id="0" name=""/>
        <dsp:cNvSpPr/>
      </dsp:nvSpPr>
      <dsp:spPr>
        <a:xfrm>
          <a:off x="3799413" y="642762"/>
          <a:ext cx="886816" cy="354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4. RAI injection</a:t>
          </a:r>
        </a:p>
      </dsp:txBody>
      <dsp:txXfrm>
        <a:off x="3799413" y="642762"/>
        <a:ext cx="886816" cy="354726"/>
      </dsp:txXfrm>
    </dsp:sp>
    <dsp:sp modelId="{0AFD1ABC-1F88-43EE-BB17-0D90C6C3B60F}">
      <dsp:nvSpPr>
        <dsp:cNvPr id="0" name=""/>
        <dsp:cNvSpPr/>
      </dsp:nvSpPr>
      <dsp:spPr>
        <a:xfrm>
          <a:off x="5085297" y="110595"/>
          <a:ext cx="399067" cy="39906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4DBB4C-E3A5-4D1C-9B67-7867C3D6DDD1}">
      <dsp:nvSpPr>
        <dsp:cNvPr id="0" name=""/>
        <dsp:cNvSpPr/>
      </dsp:nvSpPr>
      <dsp:spPr>
        <a:xfrm>
          <a:off x="4841422" y="642762"/>
          <a:ext cx="886816" cy="354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5. Template instantiation</a:t>
          </a:r>
        </a:p>
      </dsp:txBody>
      <dsp:txXfrm>
        <a:off x="4841422" y="642762"/>
        <a:ext cx="886816" cy="354726"/>
      </dsp:txXfrm>
    </dsp:sp>
    <dsp:sp modelId="{0F9596E3-C42B-4022-B3F7-C1DF3BCCCC9E}">
      <dsp:nvSpPr>
        <dsp:cNvPr id="0" name=""/>
        <dsp:cNvSpPr/>
      </dsp:nvSpPr>
      <dsp:spPr>
        <a:xfrm>
          <a:off x="6127306" y="110595"/>
          <a:ext cx="399067" cy="399067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A61EA2-3A1A-43FD-A66F-E0C9A7813A3E}">
      <dsp:nvSpPr>
        <dsp:cNvPr id="0" name=""/>
        <dsp:cNvSpPr/>
      </dsp:nvSpPr>
      <dsp:spPr>
        <a:xfrm>
          <a:off x="5883431" y="642762"/>
          <a:ext cx="886816" cy="354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6. JSON‑structured output</a:t>
          </a:r>
        </a:p>
      </dsp:txBody>
      <dsp:txXfrm>
        <a:off x="5883431" y="642762"/>
        <a:ext cx="886816" cy="35472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AAC944-E10C-4500-B5B3-091CDB487D29}">
      <dsp:nvSpPr>
        <dsp:cNvPr id="0" name=""/>
        <dsp:cNvSpPr/>
      </dsp:nvSpPr>
      <dsp:spPr>
        <a:xfrm>
          <a:off x="1298364" y="833"/>
          <a:ext cx="1548360" cy="115581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38100" rIns="12700" bIns="1270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An AI agent is a system that reasons, takes actions using tools, and adapts over time to achieve a goal.</a:t>
          </a:r>
        </a:p>
      </dsp:txBody>
      <dsp:txXfrm>
        <a:off x="1325446" y="27915"/>
        <a:ext cx="1494196" cy="1128736"/>
      </dsp:txXfrm>
    </dsp:sp>
    <dsp:sp modelId="{D39DC291-CC73-4939-8FE7-8E776DBD0E4C}">
      <dsp:nvSpPr>
        <dsp:cNvPr id="0" name=""/>
        <dsp:cNvSpPr/>
      </dsp:nvSpPr>
      <dsp:spPr>
        <a:xfrm>
          <a:off x="1298364" y="1156651"/>
          <a:ext cx="1548360" cy="497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0" rIns="2032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What’s an AI agent:</a:t>
          </a:r>
          <a:endParaRPr lang="en-US" sz="1600" kern="1200" dirty="0"/>
        </a:p>
      </dsp:txBody>
      <dsp:txXfrm>
        <a:off x="1298364" y="1156651"/>
        <a:ext cx="1090394" cy="497001"/>
      </dsp:txXfrm>
    </dsp:sp>
    <dsp:sp modelId="{F6B35B43-0A37-4E5E-AA61-D97184EE30A2}">
      <dsp:nvSpPr>
        <dsp:cNvPr id="0" name=""/>
        <dsp:cNvSpPr/>
      </dsp:nvSpPr>
      <dsp:spPr>
        <a:xfrm>
          <a:off x="2432559" y="1235596"/>
          <a:ext cx="541926" cy="541926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 l="-25000" r="-25000"/>
          </a:stretch>
        </a:blip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6CB774-49C3-4BEA-B6E1-93029EBB3ACF}">
      <dsp:nvSpPr>
        <dsp:cNvPr id="0" name=""/>
        <dsp:cNvSpPr/>
      </dsp:nvSpPr>
      <dsp:spPr>
        <a:xfrm>
          <a:off x="3108744" y="833"/>
          <a:ext cx="1548360" cy="115581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38100" rIns="12700" bIns="1270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Goal-directed autonomy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Reasoning + action loop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Tool use (beyond text generation)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State and memory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Feedback-driven adaptation</a:t>
          </a:r>
          <a:endParaRPr lang="en-US" sz="1000" kern="1200" dirty="0"/>
        </a:p>
      </dsp:txBody>
      <dsp:txXfrm>
        <a:off x="3135826" y="27915"/>
        <a:ext cx="1494196" cy="1128736"/>
      </dsp:txXfrm>
    </dsp:sp>
    <dsp:sp modelId="{9B33F96A-9F3D-4B2B-891D-E8116373931D}">
      <dsp:nvSpPr>
        <dsp:cNvPr id="0" name=""/>
        <dsp:cNvSpPr/>
      </dsp:nvSpPr>
      <dsp:spPr>
        <a:xfrm>
          <a:off x="3108744" y="1156651"/>
          <a:ext cx="1548360" cy="497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0" rIns="2032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Advantage of AI agent:</a:t>
          </a:r>
          <a:endParaRPr lang="en-US" sz="1600" b="1" kern="1200" dirty="0"/>
        </a:p>
      </dsp:txBody>
      <dsp:txXfrm>
        <a:off x="3108744" y="1156651"/>
        <a:ext cx="1090394" cy="497001"/>
      </dsp:txXfrm>
    </dsp:sp>
    <dsp:sp modelId="{6DF5BE25-9DE2-4FE7-9C0C-5F66F82881A6}">
      <dsp:nvSpPr>
        <dsp:cNvPr id="0" name=""/>
        <dsp:cNvSpPr/>
      </dsp:nvSpPr>
      <dsp:spPr>
        <a:xfrm>
          <a:off x="4242939" y="1235596"/>
          <a:ext cx="541926" cy="541926"/>
        </a:xfrm>
        <a:prstGeom prst="ellipse">
          <a:avLst/>
        </a:prstGeom>
        <a:blipFill>
          <a:blip xmlns:r="http://schemas.openxmlformats.org/officeDocument/2006/relationships"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D9E81C-C9A6-4F76-A598-C87D5E2A36D4}">
      <dsp:nvSpPr>
        <dsp:cNvPr id="0" name=""/>
        <dsp:cNvSpPr/>
      </dsp:nvSpPr>
      <dsp:spPr>
        <a:xfrm>
          <a:off x="0" y="955551"/>
          <a:ext cx="1969082" cy="125036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DAD994-1B64-4EA2-96AB-CCCFCB0B9745}">
      <dsp:nvSpPr>
        <dsp:cNvPr id="0" name=""/>
        <dsp:cNvSpPr/>
      </dsp:nvSpPr>
      <dsp:spPr>
        <a:xfrm>
          <a:off x="218786" y="1163399"/>
          <a:ext cx="1969082" cy="1250367"/>
        </a:xfrm>
        <a:prstGeom prst="roundRect">
          <a:avLst>
            <a:gd name="adj" fmla="val 10000"/>
          </a:avLst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Privacy protection</a:t>
          </a:r>
        </a:p>
      </dsp:txBody>
      <dsp:txXfrm>
        <a:off x="255408" y="1200021"/>
        <a:ext cx="1895838" cy="1177123"/>
      </dsp:txXfrm>
    </dsp:sp>
    <dsp:sp modelId="{76CD22B3-9E82-4026-8D95-DBC87DC2D110}">
      <dsp:nvSpPr>
        <dsp:cNvPr id="0" name=""/>
        <dsp:cNvSpPr/>
      </dsp:nvSpPr>
      <dsp:spPr>
        <a:xfrm>
          <a:off x="2406656" y="955551"/>
          <a:ext cx="1969082" cy="125036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22E68F-6817-4531-81C5-A4E2C0174334}">
      <dsp:nvSpPr>
        <dsp:cNvPr id="0" name=""/>
        <dsp:cNvSpPr/>
      </dsp:nvSpPr>
      <dsp:spPr>
        <a:xfrm>
          <a:off x="2625443" y="1163399"/>
          <a:ext cx="1969082" cy="1250367"/>
        </a:xfrm>
        <a:prstGeom prst="roundRect">
          <a:avLst>
            <a:gd name="adj" fmla="val 10000"/>
          </a:avLst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Bias &amp; safety enforcement</a:t>
          </a:r>
        </a:p>
      </dsp:txBody>
      <dsp:txXfrm>
        <a:off x="2662065" y="1200021"/>
        <a:ext cx="1895838" cy="1177123"/>
      </dsp:txXfrm>
    </dsp:sp>
    <dsp:sp modelId="{8B9E6C2D-B01C-411B-B01A-005729065092}">
      <dsp:nvSpPr>
        <dsp:cNvPr id="0" name=""/>
        <dsp:cNvSpPr/>
      </dsp:nvSpPr>
      <dsp:spPr>
        <a:xfrm>
          <a:off x="4813312" y="955551"/>
          <a:ext cx="1969082" cy="125036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098829-33B5-4C4D-A336-C4B95095AB55}">
      <dsp:nvSpPr>
        <dsp:cNvPr id="0" name=""/>
        <dsp:cNvSpPr/>
      </dsp:nvSpPr>
      <dsp:spPr>
        <a:xfrm>
          <a:off x="5032099" y="1163399"/>
          <a:ext cx="1969082" cy="1250367"/>
        </a:xfrm>
        <a:prstGeom prst="roundRect">
          <a:avLst>
            <a:gd name="adj" fmla="val 10000"/>
          </a:avLst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Hallucination detection</a:t>
          </a:r>
        </a:p>
      </dsp:txBody>
      <dsp:txXfrm>
        <a:off x="5068721" y="1200021"/>
        <a:ext cx="1895838" cy="11771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6CE3E2-880A-4272-BDF4-0F4F5C05DEDD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B5180B-A137-4E2C-858C-649AFC473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211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Goal-directed autonomy:</a:t>
            </a:r>
            <a:r>
              <a:rPr lang="en-US" dirty="0"/>
              <a:t> An AI agent is designed to pursue a goal over multiple steps, not just respond to a single prompt.</a:t>
            </a:r>
          </a:p>
          <a:p>
            <a:r>
              <a:rPr lang="en-US" b="1" dirty="0"/>
              <a:t>Reasoning + action loop:</a:t>
            </a:r>
            <a:r>
              <a:rPr lang="en-US" dirty="0"/>
              <a:t> It observes outcomes, reasons about what happened, and decides what action to take next.</a:t>
            </a:r>
          </a:p>
          <a:p>
            <a:r>
              <a:rPr lang="en-US" b="1" dirty="0"/>
              <a:t>Tool use, not just text generation:</a:t>
            </a:r>
            <a:r>
              <a:rPr lang="en-US" dirty="0"/>
              <a:t> Agents can call tools (APIs, search, code, prompts, databases) to affect the world or gather information.</a:t>
            </a:r>
          </a:p>
          <a:p>
            <a:r>
              <a:rPr lang="en-US" b="1" dirty="0"/>
              <a:t>State and memory:</a:t>
            </a:r>
            <a:r>
              <a:rPr lang="en-US" dirty="0"/>
              <a:t> Agents maintain task-relevant state across steps, enabling planning, correction, and adaptation.</a:t>
            </a:r>
          </a:p>
          <a:p>
            <a:r>
              <a:rPr lang="en-US" b="1" dirty="0"/>
              <a:t>Feedback-driven improvement:</a:t>
            </a:r>
            <a:r>
              <a:rPr lang="en-US" dirty="0"/>
              <a:t> Agents adjust behavior based on feedback rather than producing one-shot outputs.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B5180B-A137-4E2C-858C-649AFC4735B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367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sv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5.jpe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eg"/><Relationship Id="rId3" Type="http://schemas.openxmlformats.org/officeDocument/2006/relationships/diagramLayout" Target="../diagrams/layout3.xml"/><Relationship Id="rId7" Type="http://schemas.openxmlformats.org/officeDocument/2006/relationships/image" Target="../media/image23.jpe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hyperlink" Target="https://github.com/microsoft/agent-framework" TargetMode="External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10" Type="http://schemas.openxmlformats.org/officeDocument/2006/relationships/image" Target="../media/image29.jpeg"/><Relationship Id="rId4" Type="http://schemas.openxmlformats.org/officeDocument/2006/relationships/diagramData" Target="../diagrams/data4.xml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shujuan/MetaFeature-Orchestrator/blob/main/src/data/sample_prompt/template_prompt_20260127_093243.md" TargetMode="External"/><Relationship Id="rId2" Type="http://schemas.openxmlformats.org/officeDocument/2006/relationships/hyperlink" Target="https://github.com/hshujuan/MetaFeature-Orchestrator/blob/main/src/data/sample_prompt/ai_agent_prompt_20260127_093252.md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image" Target="../media/image30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n abstract design with lines and financial symbols">
            <a:extLst>
              <a:ext uri="{FF2B5EF4-FFF2-40B4-BE49-F238E27FC236}">
                <a16:creationId xmlns:a16="http://schemas.microsoft.com/office/drawing/2014/main" id="{C727E689-16F4-D327-7DF1-1CD96B5817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394" r="15284"/>
          <a:stretch>
            <a:fillRect/>
          </a:stretch>
        </p:blipFill>
        <p:spPr>
          <a:xfrm>
            <a:off x="1891767" y="10"/>
            <a:ext cx="7252231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542696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28650" y="2434202"/>
            <a:ext cx="7345311" cy="114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dirty="0"/>
              <a:t>Automated Evaluation and Agentic Prompt Orchestration for Large‑Scale AI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1800">
                <a:solidFill>
                  <a:srgbClr val="DCDCDC"/>
                </a:solidFill>
              </a:defRPr>
            </a:pPr>
            <a:endParaRPr lang="en-US" sz="1700" dirty="0"/>
          </a:p>
          <a:p>
            <a:pPr defTabSz="914400">
              <a:lnSpc>
                <a:spcPct val="90000"/>
              </a:lnSpc>
              <a:spcAft>
                <a:spcPts val="600"/>
              </a:spcAft>
              <a:defRPr sz="2000">
                <a:solidFill>
                  <a:srgbClr val="2A3A5A"/>
                </a:solidFill>
              </a:defRPr>
            </a:pPr>
            <a:endParaRPr lang="en-US" sz="17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57470D-1F01-1281-38E8-8A86A0E5FEAC}"/>
              </a:ext>
            </a:extLst>
          </p:cNvPr>
          <p:cNvSpPr txBox="1"/>
          <p:nvPr/>
        </p:nvSpPr>
        <p:spPr>
          <a:xfrm>
            <a:off x="1170039" y="1809135"/>
            <a:ext cx="2497393" cy="1327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0A5773-D69A-F49A-9469-56C51D612D75}"/>
              </a:ext>
            </a:extLst>
          </p:cNvPr>
          <p:cNvSpPr txBox="1">
            <a:spLocks/>
          </p:cNvSpPr>
          <p:nvPr/>
        </p:nvSpPr>
        <p:spPr>
          <a:xfrm>
            <a:off x="2286" y="1291201"/>
            <a:ext cx="8229600" cy="11430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MetaFeature‑Orchestrator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2EFA3A-5A8A-6F97-A86A-7AE982D4B37C}"/>
              </a:ext>
            </a:extLst>
          </p:cNvPr>
          <p:cNvSpPr txBox="1"/>
          <p:nvPr/>
        </p:nvSpPr>
        <p:spPr>
          <a:xfrm>
            <a:off x="1691148" y="3817225"/>
            <a:ext cx="28808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Jane Huang</a:t>
            </a:r>
          </a:p>
          <a:p>
            <a:r>
              <a:rPr lang="en-US" sz="2400" dirty="0"/>
              <a:t>01/26/2026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2" name="Rectangle 1031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232250"/>
            <a:ext cx="3574747" cy="1454051"/>
          </a:xfrm>
        </p:spPr>
        <p:txBody>
          <a:bodyPr>
            <a:normAutofit/>
          </a:bodyPr>
          <a:lstStyle/>
          <a:p>
            <a:r>
              <a:rPr lang="en-US" sz="3100" b="1" dirty="0">
                <a:solidFill>
                  <a:schemeClr val="tx2"/>
                </a:solidFill>
              </a:rP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1908501"/>
            <a:ext cx="4892728" cy="3353476"/>
          </a:xfrm>
        </p:spPr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2000" dirty="0">
                <a:solidFill>
                  <a:schemeClr val="tx2"/>
                </a:solidFill>
              </a:rPr>
              <a:t>Scale and autonomy make manual and ad-hoc AI evaluation untenable.</a:t>
            </a:r>
          </a:p>
          <a:p>
            <a:pPr>
              <a:lnSpc>
                <a:spcPct val="90000"/>
              </a:lnSpc>
            </a:pPr>
            <a:endParaRPr lang="en-US" sz="2000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2000" dirty="0">
                <a:solidFill>
                  <a:schemeClr val="tx2"/>
                </a:solidFill>
              </a:rPr>
              <a:t>Evaluation must be treated as governed platform infrastructure, not a QA process.</a:t>
            </a:r>
          </a:p>
          <a:p>
            <a:pPr>
              <a:lnSpc>
                <a:spcPct val="90000"/>
              </a:lnSpc>
            </a:pPr>
            <a:endParaRPr lang="en-US" sz="2000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2000" dirty="0">
                <a:solidFill>
                  <a:schemeClr val="tx2"/>
                </a:solidFill>
              </a:rPr>
              <a:t>Deterministic, metadata-driven orchestration enables auditability and cross-feature consistency.</a:t>
            </a:r>
          </a:p>
          <a:p>
            <a:pPr>
              <a:lnSpc>
                <a:spcPct val="90000"/>
              </a:lnSpc>
            </a:pPr>
            <a:endParaRPr lang="en-US" sz="2000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2000" dirty="0">
                <a:solidFill>
                  <a:schemeClr val="tx2"/>
                </a:solidFill>
              </a:rPr>
              <a:t>Responsible AI requirements are enforced structurally to scale innovation without eroding trust.</a:t>
            </a:r>
          </a:p>
        </p:txBody>
      </p:sp>
      <p:grpSp>
        <p:nvGrpSpPr>
          <p:cNvPr id="1036" name="Group 103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63680" y="-16714"/>
            <a:ext cx="4780320" cy="6874714"/>
            <a:chOff x="5818240" y="-1"/>
            <a:chExt cx="6373761" cy="6874714"/>
          </a:xfrm>
        </p:grpSpPr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27" name="Picture 3" descr="What is scalability in data— a ...">
            <a:extLst>
              <a:ext uri="{FF2B5EF4-FFF2-40B4-BE49-F238E27FC236}">
                <a16:creationId xmlns:a16="http://schemas.microsoft.com/office/drawing/2014/main" id="{BE0210D3-DB4B-5457-4254-D8B4A7F89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99122" y="1905553"/>
            <a:ext cx="2388845" cy="2336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4467" y="101796"/>
            <a:ext cx="3574747" cy="1454051"/>
          </a:xfrm>
        </p:spPr>
        <p:txBody>
          <a:bodyPr>
            <a:normAutofit/>
          </a:bodyPr>
          <a:lstStyle/>
          <a:p>
            <a:r>
              <a:rPr lang="en-US" sz="3100" b="1" dirty="0">
                <a:solidFill>
                  <a:schemeClr val="tx2"/>
                </a:solidFill>
              </a:rPr>
              <a:t>Problem Statement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63680" y="-16714"/>
            <a:ext cx="4780320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Error">
            <a:extLst>
              <a:ext uri="{FF2B5EF4-FFF2-40B4-BE49-F238E27FC236}">
                <a16:creationId xmlns:a16="http://schemas.microsoft.com/office/drawing/2014/main" id="{2AACF2DE-2D7F-787A-E6C3-2FCC98911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22250" y="1047978"/>
            <a:ext cx="2327283" cy="2327283"/>
          </a:xfrm>
          <a:prstGeom prst="rect">
            <a:avLst/>
          </a:prstGeom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19D811D5-BB99-392B-0FCF-0E58327B77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5218139"/>
              </p:ext>
            </p:extLst>
          </p:nvPr>
        </p:nvGraphicFramePr>
        <p:xfrm>
          <a:off x="458475" y="1657642"/>
          <a:ext cx="5437042" cy="36171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797027" y="105088"/>
            <a:ext cx="7886700" cy="785815"/>
          </a:xfrm>
        </p:spPr>
        <p:txBody>
          <a:bodyPr>
            <a:normAutofit/>
          </a:bodyPr>
          <a:lstStyle/>
          <a:p>
            <a:r>
              <a:rPr lang="en-US" sz="3200" dirty="0"/>
              <a:t>Feature Taxonomy and Category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7F2DF54-764F-3B14-0FE3-183804C81B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1635342"/>
              </p:ext>
            </p:extLst>
          </p:nvPr>
        </p:nvGraphicFramePr>
        <p:xfrm>
          <a:off x="-414714" y="1101214"/>
          <a:ext cx="7886700" cy="1371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0FA013-9E2A-2D1A-6B90-34E308016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149015"/>
              </p:ext>
            </p:extLst>
          </p:nvPr>
        </p:nvGraphicFramePr>
        <p:xfrm>
          <a:off x="211394" y="2727928"/>
          <a:ext cx="8229600" cy="324783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428371551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9321083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708813989"/>
                    </a:ext>
                  </a:extLst>
                </a:gridCol>
              </a:tblGrid>
              <a:tr h="33928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Category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Representative Features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Primary Evaluation Focus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44326991"/>
                  </a:ext>
                </a:extLst>
              </a:tr>
              <a:tr h="6970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Summarization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Email summaries, article digests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Faithfulness, coverage, hallucination avoidance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55909411"/>
                  </a:ext>
                </a:extLst>
              </a:tr>
              <a:tr h="6970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Auto‑Reply &amp; Writing Assistance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Smart Reply, Writing Tools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Relevance, tone, privacy, social appropriateness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4277650"/>
                  </a:ext>
                </a:extLst>
              </a:tr>
              <a:tr h="6970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Translation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Live translation, message translation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Semantic equivalence, fluency, cultural alignment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1820656"/>
                  </a:ext>
                </a:extLst>
              </a:tr>
              <a:tr h="33928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Assistant &amp; Reasoning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Task planning, shortcuts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Correctness, grounding, reasoning validity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75966607"/>
                  </a:ext>
                </a:extLst>
              </a:tr>
              <a:tr h="33928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Creative Generation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Image Playground, Genmoji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Safety, bias, policy compliance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90664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62FA630-5A9A-BEFE-BF20-8505A92CCAE4}"/>
              </a:ext>
            </a:extLst>
          </p:cNvPr>
          <p:cNvSpPr txBox="1"/>
          <p:nvPr/>
        </p:nvSpPr>
        <p:spPr>
          <a:xfrm>
            <a:off x="2957051" y="6046609"/>
            <a:ext cx="4970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Canonical Feature Categories</a:t>
            </a:r>
            <a:endParaRPr lang="en-US" dirty="0"/>
          </a:p>
        </p:txBody>
      </p:sp>
      <p:pic>
        <p:nvPicPr>
          <p:cNvPr id="4098" name="Picture 2" descr="Apple Intelligence expands to more languages and regions in April - Apple">
            <a:extLst>
              <a:ext uri="{FF2B5EF4-FFF2-40B4-BE49-F238E27FC236}">
                <a16:creationId xmlns:a16="http://schemas.microsoft.com/office/drawing/2014/main" id="{A4326EFE-D955-F288-92AC-15B4B928E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2128" y="172133"/>
            <a:ext cx="1347129" cy="1347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362" y="547905"/>
            <a:ext cx="5689141" cy="1454051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tx2"/>
                </a:solidFill>
              </a:rPr>
              <a:t>System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3" y="2123077"/>
            <a:ext cx="4921760" cy="3353476"/>
          </a:xfrm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tx2"/>
                </a:solidFill>
              </a:rPr>
              <a:t>Statelessness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tx2"/>
                </a:solidFill>
              </a:rPr>
              <a:t>Auditability &amp; traceability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tx2"/>
                </a:solidFill>
              </a:rPr>
              <a:t>Structural Responsible AI enforcement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tx2"/>
                </a:solidFill>
              </a:rPr>
              <a:t>Cost‑aware orchestration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63680" y="-16714"/>
            <a:ext cx="4780320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Laptop Secure">
            <a:extLst>
              <a:ext uri="{FF2B5EF4-FFF2-40B4-BE49-F238E27FC236}">
                <a16:creationId xmlns:a16="http://schemas.microsoft.com/office/drawing/2014/main" id="{94204DC9-FCF0-B28D-D8C7-785617DF11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1294" y="2337435"/>
            <a:ext cx="3106674" cy="31066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4695F26-39DB-450E-B464-9C76CD233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42E55F-A297-474F-AF2D-6D3A15822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208" y="-1"/>
            <a:ext cx="914377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38328"/>
            <a:ext cx="3758604" cy="1773936"/>
          </a:xfrm>
        </p:spPr>
        <p:txBody>
          <a:bodyPr>
            <a:normAutofit/>
          </a:bodyPr>
          <a:lstStyle/>
          <a:p>
            <a:r>
              <a:rPr lang="en-US" sz="3100" b="1">
                <a:solidFill>
                  <a:schemeClr val="tx2"/>
                </a:solidFill>
              </a:rPr>
              <a:t>Dual‑Mode Architecture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72070F7-E065-4D60-8938-9FB8CDB8A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449307" y="442101"/>
            <a:ext cx="2514948" cy="1630750"/>
            <a:chOff x="-305" y="-4155"/>
            <a:chExt cx="2514948" cy="2174333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F672C03-E63A-4F6B-96BD-0C4E3F1B8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BB94CDF-5C33-4B0A-B53F-50762639C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3C92F9D-544D-4691-94A7-B937CF4BE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CA4DEE4-B7B4-47F4-A9C5-31AED8369A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3168" y="335235"/>
            <a:ext cx="5098498" cy="2314877"/>
          </a:xfrm>
        </p:spPr>
        <p:txBody>
          <a:bodyPr anchor="ctr"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400" dirty="0">
                <a:solidFill>
                  <a:schemeClr val="tx2"/>
                </a:solidFill>
              </a:rPr>
              <a:t>Template Mode – Canonical &amp; reproducible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400" dirty="0">
                <a:solidFill>
                  <a:schemeClr val="tx2"/>
                </a:solidFill>
              </a:rPr>
              <a:t>Agentic Mode – Novel &amp; complex features</a:t>
            </a:r>
          </a:p>
          <a:p>
            <a:endParaRPr lang="en-US" sz="1600" dirty="0">
              <a:solidFill>
                <a:schemeClr val="tx2"/>
              </a:solidFill>
            </a:endParaRPr>
          </a:p>
        </p:txBody>
      </p:sp>
      <p:pic>
        <p:nvPicPr>
          <p:cNvPr id="7" name="Graphic 6" descr="Network Diagram">
            <a:extLst>
              <a:ext uri="{FF2B5EF4-FFF2-40B4-BE49-F238E27FC236}">
                <a16:creationId xmlns:a16="http://schemas.microsoft.com/office/drawing/2014/main" id="{B938EDE4-4008-9F22-B62F-DB0E680F4F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8850" y="-64358"/>
            <a:ext cx="1595829" cy="1595829"/>
          </a:xfrm>
          <a:prstGeom prst="rect">
            <a:avLst/>
          </a:prstGeom>
        </p:spPr>
      </p:pic>
      <p:sp>
        <p:nvSpPr>
          <p:cNvPr id="6" name="AutoShape 2" descr="Image result for AI agent">
            <a:extLst>
              <a:ext uri="{FF2B5EF4-FFF2-40B4-BE49-F238E27FC236}">
                <a16:creationId xmlns:a16="http://schemas.microsoft.com/office/drawing/2014/main" id="{60D165B9-75E8-B5EE-4148-3BCF854CA1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4" descr="Image result for AI agent">
            <a:extLst>
              <a:ext uri="{FF2B5EF4-FFF2-40B4-BE49-F238E27FC236}">
                <a16:creationId xmlns:a16="http://schemas.microsoft.com/office/drawing/2014/main" id="{6D651778-48A7-F1B4-C133-F76E598DA4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6" descr="Image result for AI agent">
            <a:extLst>
              <a:ext uri="{FF2B5EF4-FFF2-40B4-BE49-F238E27FC236}">
                <a16:creationId xmlns:a16="http://schemas.microsoft.com/office/drawing/2014/main" id="{CD57F970-8B80-1382-9353-90DA338216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128" name="Picture 8" descr="See the source image">
            <a:extLst>
              <a:ext uri="{FF2B5EF4-FFF2-40B4-BE49-F238E27FC236}">
                <a16:creationId xmlns:a16="http://schemas.microsoft.com/office/drawing/2014/main" id="{FC46025F-9576-8C56-85B3-668DF385D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3014" y="2609950"/>
            <a:ext cx="1617480" cy="90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3ABB4E2-DBA6-8C25-D09F-101EBC6EB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322080"/>
              </p:ext>
            </p:extLst>
          </p:nvPr>
        </p:nvGraphicFramePr>
        <p:xfrm>
          <a:off x="546233" y="2722703"/>
          <a:ext cx="6513870" cy="316284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548038">
                  <a:extLst>
                    <a:ext uri="{9D8B030D-6E8A-4147-A177-3AD203B41FA5}">
                      <a16:colId xmlns:a16="http://schemas.microsoft.com/office/drawing/2014/main" val="2452849203"/>
                    </a:ext>
                  </a:extLst>
                </a:gridCol>
                <a:gridCol w="2482916">
                  <a:extLst>
                    <a:ext uri="{9D8B030D-6E8A-4147-A177-3AD203B41FA5}">
                      <a16:colId xmlns:a16="http://schemas.microsoft.com/office/drawing/2014/main" val="1364046716"/>
                    </a:ext>
                  </a:extLst>
                </a:gridCol>
                <a:gridCol w="2482916">
                  <a:extLst>
                    <a:ext uri="{9D8B030D-6E8A-4147-A177-3AD203B41FA5}">
                      <a16:colId xmlns:a16="http://schemas.microsoft.com/office/drawing/2014/main" val="1141500816"/>
                    </a:ext>
                  </a:extLst>
                </a:gridCol>
              </a:tblGrid>
              <a:tr h="2940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Aspect</a:t>
                      </a: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Template Mode</a:t>
                      </a: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AI Agent Mode</a:t>
                      </a: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77409"/>
                  </a:ext>
                </a:extLst>
              </a:tr>
              <a:tr h="5146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Framework</a:t>
                      </a:r>
                      <a:endParaRPr lang="en-US" sz="14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Pure Python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Microsoft Agent Framework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912419647"/>
                  </a:ext>
                </a:extLst>
              </a:tr>
              <a:tr h="2940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Planning</a:t>
                      </a:r>
                      <a:endParaRPr lang="en-US" sz="14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Hard-coded workflow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Dynamic LLM reasoning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982179545"/>
                  </a:ext>
                </a:extLst>
              </a:tr>
              <a:tr h="2940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Tool Use</a:t>
                      </a:r>
                      <a:endParaRPr lang="en-US" sz="14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None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9 tools via @ai_function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963140833"/>
                  </a:ext>
                </a:extLst>
              </a:tr>
              <a:tr h="2940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Memory</a:t>
                      </a:r>
                      <a:endParaRPr lang="en-US" sz="14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Stateless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Thread-based conversation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2687659376"/>
                  </a:ext>
                </a:extLst>
              </a:tr>
              <a:tr h="2940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Decision Making</a:t>
                      </a:r>
                      <a:endParaRPr lang="en-US" sz="14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Deterministic code paths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LLM-driven decisions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1329372036"/>
                  </a:ext>
                </a:extLst>
              </a:tr>
              <a:tr h="2940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Speed</a:t>
                      </a:r>
                      <a:endParaRPr lang="en-US" sz="14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Instant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Requires API calls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1107177899"/>
                  </a:ext>
                </a:extLst>
              </a:tr>
              <a:tr h="2940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Cost</a:t>
                      </a:r>
                      <a:endParaRPr lang="en-US" sz="14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Free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API costs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394875653"/>
                  </a:ext>
                </a:extLst>
              </a:tr>
              <a:tr h="5146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Best For</a:t>
                      </a:r>
                      <a:endParaRPr lang="en-US" sz="1400" dirty="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Simple, well-defined features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Complex, novel features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61345268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836357" y="242556"/>
            <a:ext cx="9498575" cy="176604"/>
          </a:xfrm>
        </p:spPr>
        <p:txBody>
          <a:bodyPr>
            <a:noAutofit/>
          </a:bodyPr>
          <a:lstStyle/>
          <a:p>
            <a:r>
              <a:rPr lang="en-US" sz="3200" dirty="0"/>
              <a:t>Template Mode: Prompt Orchestration Flow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575C9A9-D256-E7B4-DB10-087F03604B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843080"/>
              </p:ext>
            </p:extLst>
          </p:nvPr>
        </p:nvGraphicFramePr>
        <p:xfrm>
          <a:off x="0" y="840183"/>
          <a:ext cx="7443634" cy="11080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0C90AA6-AC27-01E4-56F3-1EEA06FE4A15}"/>
              </a:ext>
            </a:extLst>
          </p:cNvPr>
          <p:cNvSpPr txBox="1"/>
          <p:nvPr/>
        </p:nvSpPr>
        <p:spPr>
          <a:xfrm>
            <a:off x="95865" y="2245757"/>
            <a:ext cx="4989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070C0"/>
                </a:solidFill>
                <a:effectLst/>
                <a:latin typeface="-apple-system"/>
              </a:rPr>
              <a:t>Template Structure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46253C-0C83-E190-EA64-9A3B3DE04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992259"/>
              </p:ext>
            </p:extLst>
          </p:nvPr>
        </p:nvGraphicFramePr>
        <p:xfrm>
          <a:off x="95865" y="2653963"/>
          <a:ext cx="6035040" cy="2377440"/>
        </p:xfrm>
        <a:graphic>
          <a:graphicData uri="http://schemas.openxmlformats.org/drawingml/2006/table">
            <a:tbl>
              <a:tblPr/>
              <a:tblGrid>
                <a:gridCol w="2015613">
                  <a:extLst>
                    <a:ext uri="{9D8B030D-6E8A-4147-A177-3AD203B41FA5}">
                      <a16:colId xmlns:a16="http://schemas.microsoft.com/office/drawing/2014/main" val="3371552486"/>
                    </a:ext>
                  </a:extLst>
                </a:gridCol>
                <a:gridCol w="4019427">
                  <a:extLst>
                    <a:ext uri="{9D8B030D-6E8A-4147-A177-3AD203B41FA5}">
                      <a16:colId xmlns:a16="http://schemas.microsoft.com/office/drawing/2014/main" val="46459405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effectLst/>
                        </a:rPr>
                        <a:t>Section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effectLst/>
                        </a:rPr>
                        <a:t>Purpose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23818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effectLst/>
                        </a:rPr>
                        <a:t>1. Evaluator Role &amp; Task</a:t>
                      </a:r>
                      <a:endParaRPr lang="en-US" sz="1200" dirty="0"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Clear role definition and task description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008669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2. Hard FAIL Gates</a:t>
                      </a:r>
                      <a:endParaRPr lang="en-US" sz="1200"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Safety, Privacy, Toxicity, Legal gates with automatic override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5458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3. Primary Metrics</a:t>
                      </a:r>
                      <a:endParaRPr lang="en-US" sz="1200"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Metric definitions with weights and 1-5 scoring scale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06496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4. Second-Order Signals</a:t>
                      </a:r>
                      <a:endParaRPr lang="en-US" sz="1200"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Fluency, linguistic naturalness, localization quality, regional compliance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89934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5. Evaluation Protocol</a:t>
                      </a:r>
                      <a:endParaRPr lang="en-US" sz="1200"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Step-by-step evaluation process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93768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6. Responsible AI Checklist</a:t>
                      </a:r>
                      <a:endParaRPr lang="en-US" sz="1200"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Locale-specific RAI checks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72894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effectLst/>
                        </a:rPr>
                        <a:t>7. Output Format</a:t>
                      </a:r>
                      <a:endParaRPr lang="en-US" sz="1200" dirty="0"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Structured JSON schema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25793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2DA8330-425D-A477-7B9C-F10F946FDA9D}"/>
              </a:ext>
            </a:extLst>
          </p:cNvPr>
          <p:cNvSpPr txBox="1"/>
          <p:nvPr/>
        </p:nvSpPr>
        <p:spPr>
          <a:xfrm>
            <a:off x="2175387" y="2213206"/>
            <a:ext cx="4989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1F2328"/>
                </a:solidFill>
                <a:effectLst/>
                <a:latin typeface="-apple-system"/>
              </a:rPr>
              <a:t>Each generated prompt includes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:</a:t>
            </a:r>
            <a:endParaRPr lang="en-US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2C84B82-8810-026F-B331-94D256199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9388262"/>
              </p:ext>
            </p:extLst>
          </p:nvPr>
        </p:nvGraphicFramePr>
        <p:xfrm>
          <a:off x="4935794" y="5137844"/>
          <a:ext cx="4041058" cy="1613714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297858">
                  <a:extLst>
                    <a:ext uri="{9D8B030D-6E8A-4147-A177-3AD203B41FA5}">
                      <a16:colId xmlns:a16="http://schemas.microsoft.com/office/drawing/2014/main" val="298660849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681179965"/>
                    </a:ext>
                  </a:extLst>
                </a:gridCol>
              </a:tblGrid>
              <a:tr h="247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effectLst/>
                        </a:rPr>
                        <a:t>Template</a:t>
                      </a: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effectLst/>
                        </a:rPr>
                        <a:t>Hard Gates</a:t>
                      </a: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467814"/>
                  </a:ext>
                </a:extLst>
              </a:tr>
              <a:tr h="247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effectLst/>
                        </a:rPr>
                        <a:t>Generic</a:t>
                      </a:r>
                      <a:endParaRPr lang="en-US" sz="1000" dirty="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Safety, Privacy, Toxicity, Legal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2716766009"/>
                  </a:ext>
                </a:extLst>
              </a:tr>
              <a:tr h="247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effectLst/>
                        </a:rPr>
                        <a:t>Summarization</a:t>
                      </a:r>
                      <a:endParaRPr lang="en-US" sz="1000" dirty="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</a:rPr>
                        <a:t>Hallucination, Safety, Privacy, Factual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439235392"/>
                  </a:ext>
                </a:extLst>
              </a:tr>
              <a:tr h="247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effectLst/>
                        </a:rPr>
                        <a:t>Translation</a:t>
                      </a:r>
                      <a:endParaRPr lang="en-US" sz="10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</a:rPr>
                        <a:t>Meaning, Offensive, Safety, Legal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1351565990"/>
                  </a:ext>
                </a:extLst>
              </a:tr>
              <a:tr h="247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effectLst/>
                        </a:rPr>
                        <a:t>Auto-Reply</a:t>
                      </a:r>
                      <a:endParaRPr lang="en-US" sz="100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</a:rPr>
                        <a:t>Relevance, Safety, Privacy, Tone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522485910"/>
                  </a:ext>
                </a:extLst>
              </a:tr>
              <a:tr h="3760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effectLst/>
                        </a:rPr>
                        <a:t>Personal Assistant</a:t>
                      </a:r>
                      <a:endParaRPr lang="en-US" sz="1000" dirty="0">
                        <a:effectLst/>
                      </a:endParaRPr>
                    </a:p>
                  </a:txBody>
                  <a:tcPr marL="99060" marR="9906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</a:rPr>
                        <a:t>Privacy, Consent, Safety, Medical, Financial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26997030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7365C6-FE47-E51E-B6A9-8997BB3248E2}"/>
              </a:ext>
            </a:extLst>
          </p:cNvPr>
          <p:cNvSpPr txBox="1"/>
          <p:nvPr/>
        </p:nvSpPr>
        <p:spPr>
          <a:xfrm>
            <a:off x="5424949" y="4808301"/>
            <a:ext cx="498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1600" b="1" i="0" dirty="0">
                <a:solidFill>
                  <a:srgbClr val="1F2328"/>
                </a:solidFill>
                <a:effectLst/>
                <a:latin typeface="-apple-system"/>
              </a:rPr>
              <a:t>Category-Specific Hard Gates</a:t>
            </a:r>
          </a:p>
        </p:txBody>
      </p:sp>
      <p:pic>
        <p:nvPicPr>
          <p:cNvPr id="2051" name="Picture 3" descr="4+ Thousand Organisation Cartoon ...">
            <a:extLst>
              <a:ext uri="{FF2B5EF4-FFF2-40B4-BE49-F238E27FC236}">
                <a16:creationId xmlns:a16="http://schemas.microsoft.com/office/drawing/2014/main" id="{D156EF94-6EDA-CBD4-1B4C-5A871329F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6045" y="2540078"/>
            <a:ext cx="1235177" cy="1332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Hand drawn gate cartoon vector ...">
            <a:extLst>
              <a:ext uri="{FF2B5EF4-FFF2-40B4-BE49-F238E27FC236}">
                <a16:creationId xmlns:a16="http://schemas.microsoft.com/office/drawing/2014/main" id="{5F1255C6-B666-07EA-67DF-A2D27047F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9686" y="5503953"/>
            <a:ext cx="1137930" cy="1137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CD32F9-C9C6-D94B-582A-B833B65FC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CC7202EA-4C89-4971-10E0-B3489FA31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EC6704-DBB4-BF78-6CDB-529550DDE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403287" y="242556"/>
            <a:ext cx="5457291" cy="176604"/>
          </a:xfrm>
        </p:spPr>
        <p:txBody>
          <a:bodyPr>
            <a:noAutofit/>
          </a:bodyPr>
          <a:lstStyle/>
          <a:p>
            <a:r>
              <a:rPr lang="en-US" sz="3200" dirty="0"/>
              <a:t>Agent Mode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A3D5B4-AEA9-CBFE-024D-04B6441F1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84" y="661716"/>
            <a:ext cx="8229600" cy="21840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An AI agent built on </a:t>
            </a:r>
            <a:r>
              <a:rPr lang="en-US" sz="1800" dirty="0">
                <a:hlinkClick r:id="rId3"/>
              </a:rPr>
              <a:t>Microsoft Agent Framework </a:t>
            </a:r>
            <a:r>
              <a:rPr lang="en-US" sz="1800" dirty="0"/>
              <a:t>that uses LLMs to make dynamic decisions about metric selection, RAI compliance, and prompt generation.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436B94-757E-3C53-D730-EAB74527F3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251069"/>
              </p:ext>
            </p:extLst>
          </p:nvPr>
        </p:nvGraphicFramePr>
        <p:xfrm>
          <a:off x="1260527" y="3307174"/>
          <a:ext cx="3635078" cy="308034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338511">
                  <a:extLst>
                    <a:ext uri="{9D8B030D-6E8A-4147-A177-3AD203B41FA5}">
                      <a16:colId xmlns:a16="http://schemas.microsoft.com/office/drawing/2014/main" val="3305647289"/>
                    </a:ext>
                  </a:extLst>
                </a:gridCol>
                <a:gridCol w="2296567">
                  <a:extLst>
                    <a:ext uri="{9D8B030D-6E8A-4147-A177-3AD203B41FA5}">
                      <a16:colId xmlns:a16="http://schemas.microsoft.com/office/drawing/2014/main" val="3645904136"/>
                    </a:ext>
                  </a:extLst>
                </a:gridCol>
              </a:tblGrid>
              <a:tr h="20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effectLst/>
                        </a:rPr>
                        <a:t>Tool</a:t>
                      </a: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effectLst/>
                        </a:rPr>
                        <a:t>Purpose</a:t>
                      </a: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053788"/>
                  </a:ext>
                </a:extLst>
              </a:tr>
              <a:tr h="20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effectLst/>
                        </a:rPr>
                        <a:t>lookup_metrics</a:t>
                      </a: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>
                          <a:effectLst/>
                        </a:rPr>
                        <a:t>Find metrics for a category</a:t>
                      </a:r>
                    </a:p>
                  </a:txBody>
                  <a:tcPr marL="68099" marR="68099" marT="31430" marB="31430" anchor="ctr"/>
                </a:tc>
                <a:extLst>
                  <a:ext uri="{0D108BD9-81ED-4DB2-BD59-A6C34878D82A}">
                    <a16:rowId xmlns:a16="http://schemas.microsoft.com/office/drawing/2014/main" val="1633098138"/>
                  </a:ext>
                </a:extLst>
              </a:tr>
              <a:tr h="362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 err="1">
                          <a:effectLst/>
                        </a:rPr>
                        <a:t>suggest_metrics</a:t>
                      </a:r>
                      <a:endParaRPr lang="en-US" sz="1100" b="1" dirty="0">
                        <a:effectLst/>
                      </a:endParaRP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effectLst/>
                        </a:rPr>
                        <a:t>Get recommendations for additional metrics</a:t>
                      </a:r>
                    </a:p>
                  </a:txBody>
                  <a:tcPr marL="68099" marR="68099" marT="31430" marB="31430" anchor="ctr"/>
                </a:tc>
                <a:extLst>
                  <a:ext uri="{0D108BD9-81ED-4DB2-BD59-A6C34878D82A}">
                    <a16:rowId xmlns:a16="http://schemas.microsoft.com/office/drawing/2014/main" val="808940467"/>
                  </a:ext>
                </a:extLst>
              </a:tr>
              <a:tr h="362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 err="1">
                          <a:effectLst/>
                        </a:rPr>
                        <a:t>recommend_metrics</a:t>
                      </a:r>
                      <a:endParaRPr lang="en-US" sz="1100" b="1" dirty="0">
                        <a:effectLst/>
                      </a:endParaRP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effectLst/>
                        </a:rPr>
                        <a:t>Intelligent metric selection with architecture detection</a:t>
                      </a:r>
                    </a:p>
                  </a:txBody>
                  <a:tcPr marL="68099" marR="68099" marT="31430" marB="31430" anchor="ctr"/>
                </a:tc>
                <a:extLst>
                  <a:ext uri="{0D108BD9-81ED-4DB2-BD59-A6C34878D82A}">
                    <a16:rowId xmlns:a16="http://schemas.microsoft.com/office/drawing/2014/main" val="1235880680"/>
                  </a:ext>
                </a:extLst>
              </a:tr>
              <a:tr h="362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effectLst/>
                        </a:rPr>
                        <a:t>get_locale_info</a:t>
                      </a: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effectLst/>
                        </a:rPr>
                        <a:t>Get cultural/regulatory info for a locale</a:t>
                      </a:r>
                    </a:p>
                  </a:txBody>
                  <a:tcPr marL="68099" marR="68099" marT="31430" marB="31430" anchor="ctr"/>
                </a:tc>
                <a:extLst>
                  <a:ext uri="{0D108BD9-81ED-4DB2-BD59-A6C34878D82A}">
                    <a16:rowId xmlns:a16="http://schemas.microsoft.com/office/drawing/2014/main" val="4035277566"/>
                  </a:ext>
                </a:extLst>
              </a:tr>
              <a:tr h="362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effectLst/>
                        </a:rPr>
                        <a:t>validate_rai_compliance</a:t>
                      </a: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effectLst/>
                        </a:rPr>
                        <a:t>Check if metrics meet RAI requirements</a:t>
                      </a:r>
                    </a:p>
                  </a:txBody>
                  <a:tcPr marL="68099" marR="68099" marT="31430" marB="31430" anchor="ctr"/>
                </a:tc>
                <a:extLst>
                  <a:ext uri="{0D108BD9-81ED-4DB2-BD59-A6C34878D82A}">
                    <a16:rowId xmlns:a16="http://schemas.microsoft.com/office/drawing/2014/main" val="2651091832"/>
                  </a:ext>
                </a:extLst>
              </a:tr>
              <a:tr h="362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effectLst/>
                        </a:rPr>
                        <a:t>build_prompt</a:t>
                      </a: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effectLst/>
                        </a:rPr>
                        <a:t>Generate the v2.2 evaluation prompt with additive metric policy</a:t>
                      </a:r>
                    </a:p>
                  </a:txBody>
                  <a:tcPr marL="68099" marR="68099" marT="31430" marB="31430" anchor="ctr"/>
                </a:tc>
                <a:extLst>
                  <a:ext uri="{0D108BD9-81ED-4DB2-BD59-A6C34878D82A}">
                    <a16:rowId xmlns:a16="http://schemas.microsoft.com/office/drawing/2014/main" val="1269635738"/>
                  </a:ext>
                </a:extLst>
              </a:tr>
              <a:tr h="20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effectLst/>
                        </a:rPr>
                        <a:t>get_code_metrics</a:t>
                      </a: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effectLst/>
                        </a:rPr>
                        <a:t>Get programmatic metrics sample</a:t>
                      </a:r>
                    </a:p>
                  </a:txBody>
                  <a:tcPr marL="68099" marR="68099" marT="31430" marB="31430" anchor="ctr"/>
                </a:tc>
                <a:extLst>
                  <a:ext uri="{0D108BD9-81ED-4DB2-BD59-A6C34878D82A}">
                    <a16:rowId xmlns:a16="http://schemas.microsoft.com/office/drawing/2014/main" val="1752986272"/>
                  </a:ext>
                </a:extLst>
              </a:tr>
              <a:tr h="362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 err="1">
                          <a:effectLst/>
                        </a:rPr>
                        <a:t>analyze_feature_description</a:t>
                      </a:r>
                      <a:endParaRPr lang="en-US" sz="1100" b="1" dirty="0">
                        <a:effectLst/>
                      </a:endParaRPr>
                    </a:p>
                  </a:txBody>
                  <a:tcPr marL="68099" marR="68099" marT="31430" marB="3143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effectLst/>
                        </a:rPr>
                        <a:t>Extract attributes from natural language</a:t>
                      </a:r>
                    </a:p>
                  </a:txBody>
                  <a:tcPr marL="68099" marR="68099" marT="31430" marB="31430" anchor="ctr"/>
                </a:tc>
                <a:extLst>
                  <a:ext uri="{0D108BD9-81ED-4DB2-BD59-A6C34878D82A}">
                    <a16:rowId xmlns:a16="http://schemas.microsoft.com/office/drawing/2014/main" val="20165907"/>
                  </a:ext>
                </a:extLst>
              </a:tr>
            </a:tbl>
          </a:graphicData>
        </a:graphic>
      </p:graphicFrame>
      <p:graphicFrame>
        <p:nvGraphicFramePr>
          <p:cNvPr id="14" name="Diagram 13">
            <a:extLst>
              <a:ext uri="{FF2B5EF4-FFF2-40B4-BE49-F238E27FC236}">
                <a16:creationId xmlns:a16="http://schemas.microsoft.com/office/drawing/2014/main" id="{D81C63D8-4ABC-0DFD-5DAC-63FDB42F135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918016"/>
              </p:ext>
            </p:extLst>
          </p:nvPr>
        </p:nvGraphicFramePr>
        <p:xfrm>
          <a:off x="-924882" y="1397418"/>
          <a:ext cx="6083230" cy="17783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ADD58447-CF7F-11DC-5AB5-EFDE7386BD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5646" y="1367118"/>
            <a:ext cx="2503170" cy="4874958"/>
          </a:xfrm>
          <a:prstGeom prst="rect">
            <a:avLst/>
          </a:prstGeom>
        </p:spPr>
      </p:pic>
      <p:pic>
        <p:nvPicPr>
          <p:cNvPr id="4099" name="Picture 3" descr="How AI Agents Will Revolutionize Your ...">
            <a:extLst>
              <a:ext uri="{FF2B5EF4-FFF2-40B4-BE49-F238E27FC236}">
                <a16:creationId xmlns:a16="http://schemas.microsoft.com/office/drawing/2014/main" id="{056FFAEA-04B4-229F-76F9-02F24E02DA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9984" y="2226712"/>
            <a:ext cx="1537392" cy="860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4164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0CB9C-A64E-BF2F-4A64-53D385A0B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3816036" cy="286677"/>
          </a:xfrm>
        </p:spPr>
        <p:txBody>
          <a:bodyPr>
            <a:noAutofit/>
          </a:bodyPr>
          <a:lstStyle/>
          <a:p>
            <a:r>
              <a:rPr lang="en-US" sz="2000" b="1" dirty="0"/>
              <a:t>Case Study: Prompt Comparison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8A8B17E-02CF-E75C-2F9A-B564028E9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13795"/>
              </p:ext>
            </p:extLst>
          </p:nvPr>
        </p:nvGraphicFramePr>
        <p:xfrm>
          <a:off x="457200" y="733331"/>
          <a:ext cx="7699973" cy="5420607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760901">
                  <a:extLst>
                    <a:ext uri="{9D8B030D-6E8A-4147-A177-3AD203B41FA5}">
                      <a16:colId xmlns:a16="http://schemas.microsoft.com/office/drawing/2014/main" val="3747058526"/>
                    </a:ext>
                  </a:extLst>
                </a:gridCol>
                <a:gridCol w="2969536">
                  <a:extLst>
                    <a:ext uri="{9D8B030D-6E8A-4147-A177-3AD203B41FA5}">
                      <a16:colId xmlns:a16="http://schemas.microsoft.com/office/drawing/2014/main" val="1941422512"/>
                    </a:ext>
                  </a:extLst>
                </a:gridCol>
                <a:gridCol w="2969536">
                  <a:extLst>
                    <a:ext uri="{9D8B030D-6E8A-4147-A177-3AD203B41FA5}">
                      <a16:colId xmlns:a16="http://schemas.microsoft.com/office/drawing/2014/main" val="296835097"/>
                    </a:ext>
                  </a:extLst>
                </a:gridCol>
              </a:tblGrid>
              <a:tr h="20987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Dimension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AI Agent–Generated Prompt 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Deterministic Template Prompt 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327051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Source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AI agent–generated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Human-authored deterministic template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231273765"/>
                  </a:ext>
                </a:extLst>
              </a:tr>
              <a:tr h="36249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Primary goal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Deep, feature-specific agentic evaluation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Stable, repeatable quality &amp; compliance contract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441559882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Design philosophy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Maximalist, adaptive, research-grade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Minimalist, conservative, production-grade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4278330418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Reasoning transparency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Required and scored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Partial / indirect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3579380976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Temporal reasoning depth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Very high (temporal accuracy emphasized)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Medium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4082322263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Privacy model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Dynamic (over-inference, modality leakage)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Static (PII, consent, minimization)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47897664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Responsible AI framing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Embedded throughout metrics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Checklist-driven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1398405582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Metric count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Very high (≈20+ primary metrics)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Moderate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659482596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Scoring granularity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Fine-grained, weighted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Coarser, simpler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2074063651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Evaluator cognitive load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Low–medium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1317419203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Automation readiness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Medium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1516838616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Best suited for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Research, red-teaming, pre-launch deep dives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Production QA, compliance, large-</a:t>
                      </a:r>
                      <a:r>
                        <a:rPr lang="fr-FR" sz="1200" u="none" strike="noStrike" dirty="0" err="1">
                          <a:effectLst/>
                        </a:rPr>
                        <a:t>scale</a:t>
                      </a:r>
                      <a:r>
                        <a:rPr lang="fr-FR" sz="1200" u="none" strike="noStrike" dirty="0">
                          <a:effectLst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</a:rPr>
                        <a:t>evals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1017146831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Core strength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Insight, coverage, agent failure detection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Stability, consistency, operational clarity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833706603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Core limitation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Complexity, evaluator fatigue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Blind spots for agentic failures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2576498305"/>
                  </a:ext>
                </a:extLst>
              </a:tr>
              <a:tr h="3458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Bottom-line role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Improves the system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Protects the system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14" marR="2514" marT="2514" marB="0" anchor="ctr"/>
                </a:tc>
                <a:extLst>
                  <a:ext uri="{0D108BD9-81ED-4DB2-BD59-A6C34878D82A}">
                    <a16:rowId xmlns:a16="http://schemas.microsoft.com/office/drawing/2014/main" val="41433439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E328666-80D2-BE1A-166D-D2515698AFA6}"/>
              </a:ext>
            </a:extLst>
          </p:cNvPr>
          <p:cNvSpPr txBox="1"/>
          <p:nvPr/>
        </p:nvSpPr>
        <p:spPr>
          <a:xfrm>
            <a:off x="2889565" y="6187454"/>
            <a:ext cx="2372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Sample Prompt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33E546-61D7-9716-E661-7D9398787D67}"/>
              </a:ext>
            </a:extLst>
          </p:cNvPr>
          <p:cNvSpPr txBox="1"/>
          <p:nvPr/>
        </p:nvSpPr>
        <p:spPr>
          <a:xfrm>
            <a:off x="6254436" y="6171775"/>
            <a:ext cx="2372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Sample Prompt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441047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8"/>
            <a:ext cx="7886700" cy="1133499"/>
          </a:xfrm>
        </p:spPr>
        <p:txBody>
          <a:bodyPr>
            <a:normAutofit/>
          </a:bodyPr>
          <a:lstStyle/>
          <a:p>
            <a:r>
              <a:rPr lang="en-US" sz="4500"/>
              <a:t>Responsible AI by Construction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BD6603E-59D2-FA31-EC0A-3E3BDDAF9A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9803582"/>
              </p:ext>
            </p:extLst>
          </p:nvPr>
        </p:nvGraphicFramePr>
        <p:xfrm>
          <a:off x="805631" y="776749"/>
          <a:ext cx="7001182" cy="33693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00B7AF8-144D-DFDC-ADF4-B336EC9FD3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955" y="3429000"/>
            <a:ext cx="8563897" cy="25838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57D62F-D668-F09E-2613-849B9FF59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0084" y="1780270"/>
            <a:ext cx="3604497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54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575767" y="52996"/>
            <a:ext cx="4570022" cy="6805005"/>
            <a:chOff x="6101023" y="52996"/>
            <a:chExt cx="6093363" cy="6805005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Graphic 5" descr="Play">
            <a:extLst>
              <a:ext uri="{FF2B5EF4-FFF2-40B4-BE49-F238E27FC236}">
                <a16:creationId xmlns:a16="http://schemas.microsoft.com/office/drawing/2014/main" id="{11D0C7E5-79CF-DDFC-2442-681E51623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6992" y="2216469"/>
            <a:ext cx="3106320" cy="310632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196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0578" y="802955"/>
            <a:ext cx="3733482" cy="1454051"/>
          </a:xfrm>
        </p:spPr>
        <p:txBody>
          <a:bodyPr>
            <a:normAutofit/>
          </a:bodyPr>
          <a:lstStyle/>
          <a:p>
            <a:r>
              <a:rPr lang="en-US" sz="3100" b="1">
                <a:solidFill>
                  <a:schemeClr val="tx2"/>
                </a:solidFill>
              </a:rPr>
              <a:t>Key Takeaways</a:t>
            </a:r>
          </a:p>
        </p:txBody>
      </p:sp>
      <p:pic>
        <p:nvPicPr>
          <p:cNvPr id="6" name="Graphic 5" descr="Alarm clock outline">
            <a:extLst>
              <a:ext uri="{FF2B5EF4-FFF2-40B4-BE49-F238E27FC236}">
                <a16:creationId xmlns:a16="http://schemas.microsoft.com/office/drawing/2014/main" id="{76F56EB6-EC18-7499-1139-735BD588F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534" y="2230670"/>
            <a:ext cx="2746373" cy="274637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7930" y="2421682"/>
            <a:ext cx="3733184" cy="3639289"/>
          </a:xfrm>
        </p:spPr>
        <p:txBody>
          <a:bodyPr anchor="ctr">
            <a:normAutofit/>
          </a:bodyPr>
          <a:lstStyle/>
          <a:p>
            <a:r>
              <a:rPr lang="en-US" sz="1600" dirty="0">
                <a:solidFill>
                  <a:schemeClr val="tx2"/>
                </a:solidFill>
              </a:rPr>
              <a:t>Elevates AI evaluation into governed platform infrastructure aligned with Apple’s quality and ethical standards.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tx2"/>
                </a:solidFill>
              </a:rPr>
              <a:t>Encodes human judgment into deterministic systems to enable safe, scalable innovation with accountability.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tx2"/>
                </a:solidFill>
              </a:rPr>
              <a:t>Provides a future-proof foundation for agentic AI through real-time, adversarial, and trajectory-level evaluation.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976" y="52996"/>
            <a:ext cx="4446455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1227</TotalTime>
  <Words>1014</Words>
  <Application>Microsoft Office PowerPoint</Application>
  <PresentationFormat>On-screen Show (4:3)</PresentationFormat>
  <Paragraphs>209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-apple-system</vt:lpstr>
      <vt:lpstr>Aptos</vt:lpstr>
      <vt:lpstr>Aptos Narrow</vt:lpstr>
      <vt:lpstr>Arial</vt:lpstr>
      <vt:lpstr>Calibri</vt:lpstr>
      <vt:lpstr>Wingdings</vt:lpstr>
      <vt:lpstr>Office Theme</vt:lpstr>
      <vt:lpstr>PowerPoint Presentation</vt:lpstr>
      <vt:lpstr>Executive Summary</vt:lpstr>
      <vt:lpstr>Problem Statement</vt:lpstr>
      <vt:lpstr>Feature Taxonomy and Category</vt:lpstr>
      <vt:lpstr>System Design Principles</vt:lpstr>
      <vt:lpstr>Dual‑Mode Architecture</vt:lpstr>
      <vt:lpstr>Template Mode: Prompt Orchestration Flow</vt:lpstr>
      <vt:lpstr>Agent Mode</vt:lpstr>
      <vt:lpstr>Case Study: Prompt Comparison</vt:lpstr>
      <vt:lpstr>Responsible AI by Construction</vt:lpstr>
      <vt:lpstr>Demo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Jane huang</dc:creator>
  <cp:keywords/>
  <dc:description>generated using python-pptx</dc:description>
  <cp:lastModifiedBy>Jane huang</cp:lastModifiedBy>
  <cp:revision>3</cp:revision>
  <dcterms:created xsi:type="dcterms:W3CDTF">2013-01-27T09:14:16Z</dcterms:created>
  <dcterms:modified xsi:type="dcterms:W3CDTF">2026-01-27T18:16:28Z</dcterms:modified>
  <cp:category/>
</cp:coreProperties>
</file>